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334" r:id="rId5"/>
    <p:sldId id="319" r:id="rId6"/>
    <p:sldId id="320" r:id="rId7"/>
    <p:sldId id="323" r:id="rId8"/>
    <p:sldId id="336" r:id="rId9"/>
    <p:sldId id="33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77427" autoAdjust="0"/>
  </p:normalViewPr>
  <p:slideViewPr>
    <p:cSldViewPr snapToGrid="0">
      <p:cViewPr varScale="1">
        <p:scale>
          <a:sx n="86" d="100"/>
          <a:sy n="86" d="100"/>
        </p:scale>
        <p:origin x="12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710A2-1535-B147-B3BB-C1589046255C}" type="datetimeFigureOut">
              <a:rPr lang="en-US" smtClean="0"/>
              <a:t>5/2/2026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D99F43-FFA2-D94E-9493-556FC2A4F32F}" type="slidenum">
              <a:rPr lang="en-US" smtClean="0"/>
              <a:t>‹#›</a:t>
            </a:fld>
            <a:endParaRPr lang="en-US" dirty="0"/>
          </a:p>
        </p:txBody>
      </p:sp>
    </p:spTree>
    <p:extLst>
      <p:ext uri="{BB962C8B-B14F-4D97-AF65-F5344CB8AC3E}">
        <p14:creationId xmlns:p14="http://schemas.microsoft.com/office/powerpoint/2010/main" val="1633249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Welcome to the final presentation of my project – </a:t>
            </a:r>
            <a:r>
              <a:rPr lang="en-US" dirty="0" err="1"/>
              <a:t>PostOp</a:t>
            </a:r>
            <a:r>
              <a:rPr lang="en-US" dirty="0"/>
              <a:t> Pal.  </a:t>
            </a:r>
          </a:p>
        </p:txBody>
      </p:sp>
      <p:sp>
        <p:nvSpPr>
          <p:cNvPr id="4" name="Slide Number Placeholder 3"/>
          <p:cNvSpPr>
            <a:spLocks noGrp="1"/>
          </p:cNvSpPr>
          <p:nvPr>
            <p:ph type="sldNum" sz="quarter" idx="5"/>
          </p:nvPr>
        </p:nvSpPr>
        <p:spPr/>
        <p:txBody>
          <a:bodyPr/>
          <a:lstStyle/>
          <a:p>
            <a:fld id="{6BD99F43-FFA2-D94E-9493-556FC2A4F32F}" type="slidenum">
              <a:rPr lang="en-US" smtClean="0"/>
              <a:t>1</a:t>
            </a:fld>
            <a:endParaRPr lang="en-US" dirty="0"/>
          </a:p>
        </p:txBody>
      </p:sp>
    </p:spTree>
    <p:extLst>
      <p:ext uri="{BB962C8B-B14F-4D97-AF65-F5344CB8AC3E}">
        <p14:creationId xmlns:p14="http://schemas.microsoft.com/office/powerpoint/2010/main" val="3731844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patients who come to the hospital with no insurance or have limited benefits from insurance.</a:t>
            </a:r>
          </a:p>
          <a:p>
            <a:r>
              <a:rPr lang="en-US" dirty="0"/>
              <a:t>There are over 25 million people in the US that fall into this category.  About 1.2 million in Georgia, which is 12% of the total population.  At least 1 in 10 patients coming into the hospitals fall into this category</a:t>
            </a:r>
          </a:p>
          <a:p>
            <a:endParaRPr lang="en-US" dirty="0"/>
          </a:p>
          <a:p>
            <a:r>
              <a:rPr lang="en-US" dirty="0"/>
              <a:t>Some do not have access or cannot afford to get to outpatient appointments to continue their rehab at home after leaving the hospital. </a:t>
            </a:r>
          </a:p>
          <a:p>
            <a:r>
              <a:rPr lang="en-US" dirty="0"/>
              <a:t>Without regular follow up, patients are at risk for complications and readmissions, all of which are costly.</a:t>
            </a:r>
          </a:p>
          <a:p>
            <a:endParaRPr lang="en-US" dirty="0"/>
          </a:p>
          <a:p>
            <a:r>
              <a:rPr lang="en-US" dirty="0"/>
              <a:t>The are often faced with overwhelming amounts of information to navigate their post-operative recovery.  They have handouts with a few pictures and lots of instructions, but no further information to aide in recovery. </a:t>
            </a:r>
          </a:p>
          <a:p>
            <a:endParaRPr lang="en-US" dirty="0"/>
          </a:p>
        </p:txBody>
      </p:sp>
      <p:sp>
        <p:nvSpPr>
          <p:cNvPr id="4" name="Slide Number Placeholder 3"/>
          <p:cNvSpPr>
            <a:spLocks noGrp="1"/>
          </p:cNvSpPr>
          <p:nvPr>
            <p:ph type="sldNum" sz="quarter" idx="5"/>
          </p:nvPr>
        </p:nvSpPr>
        <p:spPr/>
        <p:txBody>
          <a:bodyPr/>
          <a:lstStyle/>
          <a:p>
            <a:fld id="{6BD99F43-FFA2-D94E-9493-556FC2A4F32F}" type="slidenum">
              <a:rPr lang="en-US" smtClean="0"/>
              <a:t>2</a:t>
            </a:fld>
            <a:endParaRPr lang="en-US" dirty="0"/>
          </a:p>
        </p:txBody>
      </p:sp>
    </p:spTree>
    <p:extLst>
      <p:ext uri="{BB962C8B-B14F-4D97-AF65-F5344CB8AC3E}">
        <p14:creationId xmlns:p14="http://schemas.microsoft.com/office/powerpoint/2010/main" val="195491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PostOp</a:t>
            </a:r>
            <a:r>
              <a:rPr lang="en-US" dirty="0"/>
              <a:t> Pal provides a digital bridge using easily accessible software that has little to no cost.</a:t>
            </a:r>
          </a:p>
          <a:p>
            <a:endParaRPr lang="en-US" dirty="0"/>
          </a:p>
          <a:p>
            <a:r>
              <a:rPr lang="en-US" dirty="0"/>
              <a:t>There is dynamic guidance of a home program.  It’s individualized based on .the type of surgery and the phase of recovery, which is automatically calculated.  The program also provides randomly selected fall risk reduction reminders and performs a quick safety check to ensure you are ready to begin the post-op program.</a:t>
            </a:r>
          </a:p>
          <a:p>
            <a:endParaRPr lang="en-US" dirty="0"/>
          </a:p>
          <a:p>
            <a:r>
              <a:rPr lang="en-US" dirty="0"/>
              <a:t>For total hip replacement patients, </a:t>
            </a:r>
            <a:r>
              <a:rPr lang="en-US" dirty="0" err="1"/>
              <a:t>PostOp</a:t>
            </a:r>
            <a:r>
              <a:rPr lang="en-US" dirty="0"/>
              <a:t> Pal also provides reminder of precautions based on which direction the hip was replaced. </a:t>
            </a:r>
          </a:p>
        </p:txBody>
      </p:sp>
      <p:sp>
        <p:nvSpPr>
          <p:cNvPr id="4" name="Slide Number Placeholder 3"/>
          <p:cNvSpPr>
            <a:spLocks noGrp="1"/>
          </p:cNvSpPr>
          <p:nvPr>
            <p:ph type="sldNum" sz="quarter" idx="5"/>
          </p:nvPr>
        </p:nvSpPr>
        <p:spPr/>
        <p:txBody>
          <a:bodyPr/>
          <a:lstStyle/>
          <a:p>
            <a:fld id="{6BD99F43-FFA2-D94E-9493-556FC2A4F32F}" type="slidenum">
              <a:rPr lang="en-US" smtClean="0"/>
              <a:t>3</a:t>
            </a:fld>
            <a:endParaRPr lang="en-US" dirty="0"/>
          </a:p>
        </p:txBody>
      </p:sp>
    </p:spTree>
    <p:extLst>
      <p:ext uri="{BB962C8B-B14F-4D97-AF65-F5344CB8AC3E}">
        <p14:creationId xmlns:p14="http://schemas.microsoft.com/office/powerpoint/2010/main" val="212056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starts with selected the date of surgery and type of surgery. </a:t>
            </a:r>
          </a:p>
          <a:p>
            <a:endParaRPr lang="en-US" dirty="0"/>
          </a:p>
          <a:p>
            <a:r>
              <a:rPr lang="en-US" dirty="0"/>
              <a:t>This will determine the phase you enter.  There is a screening question and as along as you meet criteria, you can proceed with the exercises.  </a:t>
            </a:r>
          </a:p>
          <a:p>
            <a:endParaRPr lang="en-US" dirty="0"/>
          </a:p>
          <a:p>
            <a:r>
              <a:rPr lang="en-US" dirty="0"/>
              <a:t>If you do not meet criteria, for example if pain levels are too high, the program will request for you to complete another action before you try again.  </a:t>
            </a:r>
          </a:p>
          <a:p>
            <a:endParaRPr lang="en-US" dirty="0"/>
          </a:p>
          <a:p>
            <a:r>
              <a:rPr lang="en-US" dirty="0"/>
              <a:t>After 12 weeks, your precautions for total hip will be lifted. </a:t>
            </a:r>
          </a:p>
          <a:p>
            <a:endParaRPr lang="en-US" dirty="0"/>
          </a:p>
          <a:p>
            <a:r>
              <a:rPr lang="en-US" dirty="0"/>
              <a:t>If you have returned to normal function, the program will end.  </a:t>
            </a:r>
          </a:p>
        </p:txBody>
      </p:sp>
      <p:sp>
        <p:nvSpPr>
          <p:cNvPr id="4" name="Slide Number Placeholder 3"/>
          <p:cNvSpPr>
            <a:spLocks noGrp="1"/>
          </p:cNvSpPr>
          <p:nvPr>
            <p:ph type="sldNum" sz="quarter" idx="5"/>
          </p:nvPr>
        </p:nvSpPr>
        <p:spPr/>
        <p:txBody>
          <a:bodyPr/>
          <a:lstStyle/>
          <a:p>
            <a:fld id="{6BD99F43-FFA2-D94E-9493-556FC2A4F32F}" type="slidenum">
              <a:rPr lang="en-US" smtClean="0"/>
              <a:t>4</a:t>
            </a:fld>
            <a:endParaRPr lang="en-US" dirty="0"/>
          </a:p>
        </p:txBody>
      </p:sp>
    </p:spTree>
    <p:extLst>
      <p:ext uri="{BB962C8B-B14F-4D97-AF65-F5344CB8AC3E}">
        <p14:creationId xmlns:p14="http://schemas.microsoft.com/office/powerpoint/2010/main" val="146796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81C9E-82F6-0D22-B629-18D8B2F09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2471F-DFCA-54E1-B4B1-50C54AE0D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6F3B9-E8EA-56D0-A18C-1898EF04160D}"/>
              </a:ext>
            </a:extLst>
          </p:cNvPr>
          <p:cNvSpPr>
            <a:spLocks noGrp="1"/>
          </p:cNvSpPr>
          <p:nvPr>
            <p:ph type="body" idx="1"/>
          </p:nvPr>
        </p:nvSpPr>
        <p:spPr/>
        <p:txBody>
          <a:bodyPr/>
          <a:lstStyle/>
          <a:p>
            <a:r>
              <a:rPr lang="en-US" dirty="0"/>
              <a:t>Then you remember that your physical therapist gave you a program that you can use to help you and your caregiver – </a:t>
            </a:r>
            <a:r>
              <a:rPr lang="en-US" dirty="0" err="1"/>
              <a:t>PostOp</a:t>
            </a:r>
            <a:r>
              <a:rPr lang="en-US" dirty="0"/>
              <a:t> Pal</a:t>
            </a:r>
          </a:p>
          <a:p>
            <a:r>
              <a:rPr lang="en-US" dirty="0"/>
              <a:t>It’s one simple, easy, customized solution</a:t>
            </a:r>
          </a:p>
          <a:p>
            <a:r>
              <a:rPr lang="en-US" dirty="0"/>
              <a:t>A program that will guide you through your post-operative phases of rehab</a:t>
            </a:r>
          </a:p>
          <a:p>
            <a:r>
              <a:rPr lang="en-US" dirty="0"/>
              <a:t>An individualized home program specific to your surgery that can progress your exercises.</a:t>
            </a:r>
          </a:p>
          <a:p>
            <a:r>
              <a:rPr lang="en-US" dirty="0"/>
              <a:t>Post-op care instructions for pain management like positioning ideas or modalities</a:t>
            </a:r>
          </a:p>
          <a:p>
            <a:r>
              <a:rPr lang="en-US" dirty="0"/>
              <a:t>The do’s and don’ts on which way you cannot move your leg after surgery</a:t>
            </a:r>
          </a:p>
          <a:p>
            <a:r>
              <a:rPr lang="en-US" dirty="0"/>
              <a:t>Reminder prompts to complete your exercise program, change position, and </a:t>
            </a:r>
          </a:p>
          <a:p>
            <a:r>
              <a:rPr lang="en-US" dirty="0"/>
              <a:t>Other helpful tips and tricks to maximize your recovery</a:t>
            </a:r>
          </a:p>
          <a:p>
            <a:r>
              <a:rPr lang="en-US" dirty="0"/>
              <a:t>All of this in one easy program.</a:t>
            </a:r>
          </a:p>
          <a:p>
            <a:endParaRPr lang="en-US" dirty="0"/>
          </a:p>
        </p:txBody>
      </p:sp>
      <p:sp>
        <p:nvSpPr>
          <p:cNvPr id="4" name="Slide Number Placeholder 3">
            <a:extLst>
              <a:ext uri="{FF2B5EF4-FFF2-40B4-BE49-F238E27FC236}">
                <a16:creationId xmlns:a16="http://schemas.microsoft.com/office/drawing/2014/main" id="{6668EC55-A10C-14A9-B976-41E7529B07E9}"/>
              </a:ext>
            </a:extLst>
          </p:cNvPr>
          <p:cNvSpPr>
            <a:spLocks noGrp="1"/>
          </p:cNvSpPr>
          <p:nvPr>
            <p:ph type="sldNum" sz="quarter" idx="5"/>
          </p:nvPr>
        </p:nvSpPr>
        <p:spPr/>
        <p:txBody>
          <a:bodyPr/>
          <a:lstStyle/>
          <a:p>
            <a:fld id="{6BD99F43-FFA2-D94E-9493-556FC2A4F32F}" type="slidenum">
              <a:rPr lang="en-US" smtClean="0"/>
              <a:t>5</a:t>
            </a:fld>
            <a:endParaRPr lang="en-US" dirty="0"/>
          </a:p>
        </p:txBody>
      </p:sp>
    </p:spTree>
    <p:extLst>
      <p:ext uri="{BB962C8B-B14F-4D97-AF65-F5344CB8AC3E}">
        <p14:creationId xmlns:p14="http://schemas.microsoft.com/office/powerpoint/2010/main" val="69406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E11BF-EE74-6AF3-A3C4-F1FF95127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3789B-9963-615F-2D0F-23ADA44D3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738AD-A5DB-2C28-3DE8-18438500F6F1}"/>
              </a:ext>
            </a:extLst>
          </p:cNvPr>
          <p:cNvSpPr>
            <a:spLocks noGrp="1"/>
          </p:cNvSpPr>
          <p:nvPr>
            <p:ph type="body" idx="1"/>
          </p:nvPr>
        </p:nvSpPr>
        <p:spPr/>
        <p:txBody>
          <a:bodyPr/>
          <a:lstStyle/>
          <a:p>
            <a:r>
              <a:rPr lang="en-US" dirty="0"/>
              <a:t>Now I turn to you – the board of directors</a:t>
            </a:r>
          </a:p>
          <a:p>
            <a:r>
              <a:rPr lang="en-US" dirty="0"/>
              <a:t>Will you continue to send patients home without the proper tools? When we do this, we aren’t sending them home to recover, we are leaving them to struggle</a:t>
            </a:r>
          </a:p>
          <a:p>
            <a:r>
              <a:rPr lang="en-US" dirty="0"/>
              <a:t>Those patients are at a high risk </a:t>
            </a:r>
            <a:r>
              <a:rPr lang="en-US"/>
              <a:t>of readmission.</a:t>
            </a:r>
            <a:endParaRPr lang="en-US" dirty="0"/>
          </a:p>
          <a:p>
            <a:r>
              <a:rPr lang="en-US" dirty="0" err="1"/>
              <a:t>PostOp</a:t>
            </a:r>
            <a:r>
              <a:rPr lang="en-US" dirty="0"/>
              <a:t> Pal isn’t just an expense or a budget line item approval.</a:t>
            </a:r>
          </a:p>
          <a:p>
            <a:r>
              <a:rPr lang="en-US" dirty="0"/>
              <a:t>You will directly prevent complications for our most vulnerable patients who could be your neighbor.  </a:t>
            </a:r>
          </a:p>
          <a:p>
            <a:r>
              <a:rPr lang="en-US" dirty="0"/>
              <a:t>Let’s make sure everyone you care about has the support they need. </a:t>
            </a:r>
          </a:p>
          <a:p>
            <a:r>
              <a:rPr lang="en-US" dirty="0"/>
              <a:t>Thank you.  Any questions?</a:t>
            </a:r>
          </a:p>
          <a:p>
            <a:endParaRPr lang="en-US" dirty="0"/>
          </a:p>
          <a:p>
            <a:r>
              <a:rPr lang="en-US" dirty="0"/>
              <a:t>*For development, design, operating cost, and ongoing maintenance, $125,000. </a:t>
            </a:r>
          </a:p>
        </p:txBody>
      </p:sp>
      <p:sp>
        <p:nvSpPr>
          <p:cNvPr id="4" name="Slide Number Placeholder 3">
            <a:extLst>
              <a:ext uri="{FF2B5EF4-FFF2-40B4-BE49-F238E27FC236}">
                <a16:creationId xmlns:a16="http://schemas.microsoft.com/office/drawing/2014/main" id="{329DC6EF-E11D-088E-F839-D04F750E0FF6}"/>
              </a:ext>
            </a:extLst>
          </p:cNvPr>
          <p:cNvSpPr>
            <a:spLocks noGrp="1"/>
          </p:cNvSpPr>
          <p:nvPr>
            <p:ph type="sldNum" sz="quarter" idx="5"/>
          </p:nvPr>
        </p:nvSpPr>
        <p:spPr/>
        <p:txBody>
          <a:bodyPr/>
          <a:lstStyle/>
          <a:p>
            <a:fld id="{6BD99F43-FFA2-D94E-9493-556FC2A4F32F}" type="slidenum">
              <a:rPr lang="en-US" smtClean="0"/>
              <a:t>6</a:t>
            </a:fld>
            <a:endParaRPr lang="en-US" dirty="0"/>
          </a:p>
        </p:txBody>
      </p:sp>
    </p:spTree>
    <p:extLst>
      <p:ext uri="{BB962C8B-B14F-4D97-AF65-F5344CB8AC3E}">
        <p14:creationId xmlns:p14="http://schemas.microsoft.com/office/powerpoint/2010/main" val="2604516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E5307491-23CE-8355-10C4-42A34B90B34F}"/>
              </a:ext>
            </a:extLst>
          </p:cNvPr>
          <p:cNvSpPr>
            <a:spLocks noGrp="1"/>
          </p:cNvSpPr>
          <p:nvPr>
            <p:ph type="body" sz="quarter" idx="11"/>
          </p:nvPr>
        </p:nvSpPr>
        <p:spPr>
          <a:xfrm>
            <a:off x="5425440" y="54864"/>
            <a:ext cx="6766560" cy="6858000"/>
          </a:xfrm>
        </p:spPr>
        <p:txBody>
          <a:bodyPr lIns="0" tIns="0" rIns="0" bIns="0" anchor="t">
            <a:noAutofit/>
          </a:bodyPr>
          <a:lstStyle>
            <a:lvl1pPr marL="0" indent="0" algn="r">
              <a:lnSpc>
                <a:spcPct val="75000"/>
              </a:lnSpc>
              <a:spcBef>
                <a:spcPts val="0"/>
              </a:spcBef>
              <a:buNone/>
              <a:defRPr sz="8800" b="1" cap="all" baseline="0">
                <a:ln w="34925">
                  <a:solidFill>
                    <a:schemeClr val="accent6"/>
                  </a:solidFill>
                </a:ln>
                <a:noFill/>
                <a:latin typeface="+mj-lt"/>
              </a:defRPr>
            </a:lvl1pPr>
          </a:lstStyle>
          <a:p>
            <a:pPr lvl="0"/>
            <a:r>
              <a:rPr lang="en-US"/>
              <a:t>Click to edit Master text styles</a:t>
            </a:r>
          </a:p>
        </p:txBody>
      </p:sp>
      <p:sp>
        <p:nvSpPr>
          <p:cNvPr id="14" name="Picture Placeholder 13">
            <a:extLst>
              <a:ext uri="{FF2B5EF4-FFF2-40B4-BE49-F238E27FC236}">
                <a16:creationId xmlns:a16="http://schemas.microsoft.com/office/drawing/2014/main" id="{60281A97-4CBB-9CF7-7CD9-6BA4C201060B}"/>
              </a:ext>
            </a:extLst>
          </p:cNvPr>
          <p:cNvSpPr>
            <a:spLocks noGrp="1"/>
          </p:cNvSpPr>
          <p:nvPr>
            <p:ph type="pic" sz="quarter" idx="10"/>
          </p:nvPr>
        </p:nvSpPr>
        <p:spPr>
          <a:xfrm>
            <a:off x="4319449" y="0"/>
            <a:ext cx="7872551" cy="6857997"/>
          </a:xfrm>
          <a:custGeom>
            <a:avLst/>
            <a:gdLst>
              <a:gd name="connsiteX0" fmla="*/ 0 w 7872551"/>
              <a:gd name="connsiteY0" fmla="*/ 0 h 6857997"/>
              <a:gd name="connsiteX1" fmla="*/ 2373474 w 7872551"/>
              <a:gd name="connsiteY1" fmla="*/ 0 h 6857997"/>
              <a:gd name="connsiteX2" fmla="*/ 7872551 w 7872551"/>
              <a:gd name="connsiteY2" fmla="*/ 2160200 h 6857997"/>
              <a:gd name="connsiteX3" fmla="*/ 7872551 w 7872551"/>
              <a:gd name="connsiteY3" fmla="*/ 2528750 h 6857997"/>
              <a:gd name="connsiteX4" fmla="*/ 2484415 w 7872551"/>
              <a:gd name="connsiteY4" fmla="*/ 6857997 h 6857997"/>
              <a:gd name="connsiteX5" fmla="*/ 1045423 w 7872551"/>
              <a:gd name="connsiteY5" fmla="*/ 6857997 h 6857997"/>
              <a:gd name="connsiteX6" fmla="*/ 0 w 7872551"/>
              <a:gd name="connsiteY6" fmla="*/ 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72551" h="6857997">
                <a:moveTo>
                  <a:pt x="0" y="0"/>
                </a:moveTo>
                <a:lnTo>
                  <a:pt x="2373474" y="0"/>
                </a:lnTo>
                <a:lnTo>
                  <a:pt x="7872551" y="2160200"/>
                </a:lnTo>
                <a:lnTo>
                  <a:pt x="7872551" y="2528750"/>
                </a:lnTo>
                <a:lnTo>
                  <a:pt x="2484415" y="6857997"/>
                </a:lnTo>
                <a:lnTo>
                  <a:pt x="1045423" y="6857997"/>
                </a:lnTo>
                <a:lnTo>
                  <a:pt x="0" y="7"/>
                </a:lnTo>
                <a:close/>
              </a:path>
            </a:pathLst>
          </a:custGeom>
          <a:solidFill>
            <a:schemeClr val="tx1"/>
          </a:solidFill>
        </p:spPr>
        <p:txBody>
          <a:bodyPr wrap="square" anchor="ctr">
            <a:noAutofit/>
          </a:bodyPr>
          <a:lstStyle>
            <a:lvl1pPr marL="0" indent="0" algn="ctr">
              <a:buNone/>
              <a:defRPr/>
            </a:lvl1pPr>
          </a:lstStyle>
          <a:p>
            <a:r>
              <a:rPr lang="en-US"/>
              <a:t>Click icon to add picture</a:t>
            </a:r>
            <a:endParaRPr lang="en-US" dirty="0"/>
          </a:p>
        </p:txBody>
      </p:sp>
      <p:sp>
        <p:nvSpPr>
          <p:cNvPr id="15" name="Freeform 12">
            <a:extLst>
              <a:ext uri="{FF2B5EF4-FFF2-40B4-BE49-F238E27FC236}">
                <a16:creationId xmlns:a16="http://schemas.microsoft.com/office/drawing/2014/main" id="{BB3A20D7-F413-446F-855D-2CD7B20EE777}"/>
              </a:ext>
            </a:extLst>
          </p:cNvPr>
          <p:cNvSpPr/>
          <p:nvPr userDrawn="1"/>
        </p:nvSpPr>
        <p:spPr>
          <a:xfrm>
            <a:off x="0" y="6639674"/>
            <a:ext cx="2989300" cy="234368"/>
          </a:xfrm>
          <a:custGeom>
            <a:avLst/>
            <a:gdLst>
              <a:gd name="connsiteX0" fmla="*/ 0 w 2989300"/>
              <a:gd name="connsiteY0" fmla="*/ 0 h 234368"/>
              <a:gd name="connsiteX1" fmla="*/ 2989300 w 2989300"/>
              <a:gd name="connsiteY1" fmla="*/ 0 h 234368"/>
              <a:gd name="connsiteX2" fmla="*/ 2930708 w 2989300"/>
              <a:gd name="connsiteY2" fmla="*/ 234368 h 234368"/>
              <a:gd name="connsiteX3" fmla="*/ 0 w 2989300"/>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989300" h="234368">
                <a:moveTo>
                  <a:pt x="0" y="0"/>
                </a:moveTo>
                <a:lnTo>
                  <a:pt x="2989300" y="0"/>
                </a:lnTo>
                <a:lnTo>
                  <a:pt x="2930708"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585216" y="1636776"/>
            <a:ext cx="6044184" cy="2743200"/>
          </a:xfrm>
        </p:spPr>
        <p:txBody>
          <a:bodyPr lIns="0" tIns="0" rIns="0" bIns="0" anchor="t">
            <a:noAutofit/>
          </a:bodyPr>
          <a:lstStyle>
            <a:lvl1pPr algn="l">
              <a:defRPr sz="5500" cap="all" spc="200" baseline="0">
                <a:ln w="15875">
                  <a:noFill/>
                </a:ln>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94360" y="4654296"/>
            <a:ext cx="5504688" cy="1545336"/>
          </a:xfrm>
        </p:spPr>
        <p:txBody>
          <a:bodyPr lIns="0" tIns="45720" rIns="0" bIns="0">
            <a:noAutofit/>
          </a:bodyPr>
          <a:lstStyle>
            <a:lvl1pPr marL="0" indent="0" algn="l">
              <a:buNone/>
              <a:defRPr sz="2400" b="1"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95973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E3301F7-314A-C29D-A6E0-03C794979C01}"/>
              </a:ext>
            </a:extLst>
          </p:cNvPr>
          <p:cNvSpPr>
            <a:spLocks noGrp="1"/>
          </p:cNvSpPr>
          <p:nvPr>
            <p:ph type="pic" sz="quarter" idx="12"/>
          </p:nvPr>
        </p:nvSpPr>
        <p:spPr>
          <a:xfrm>
            <a:off x="0" y="0"/>
            <a:ext cx="5278745" cy="6858000"/>
          </a:xfrm>
          <a:custGeom>
            <a:avLst/>
            <a:gdLst>
              <a:gd name="connsiteX0" fmla="*/ 0 w 5278745"/>
              <a:gd name="connsiteY0" fmla="*/ 0 h 6858000"/>
              <a:gd name="connsiteX1" fmla="*/ 5278745 w 5278745"/>
              <a:gd name="connsiteY1" fmla="*/ 0 h 6858000"/>
              <a:gd name="connsiteX2" fmla="*/ 3564245 w 5278745"/>
              <a:gd name="connsiteY2" fmla="*/ 6858000 h 6858000"/>
              <a:gd name="connsiteX3" fmla="*/ 0 w 527874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8745" h="6858000">
                <a:moveTo>
                  <a:pt x="0" y="0"/>
                </a:moveTo>
                <a:lnTo>
                  <a:pt x="5278745" y="0"/>
                </a:lnTo>
                <a:lnTo>
                  <a:pt x="3564245" y="6858000"/>
                </a:lnTo>
                <a:lnTo>
                  <a:pt x="0" y="6858000"/>
                </a:lnTo>
                <a:close/>
              </a:path>
            </a:pathLst>
          </a:custGeom>
        </p:spPr>
        <p:txBody>
          <a:bodyPr wrap="square"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67E307E3-615E-4065-DAA5-78851025C65D}"/>
              </a:ext>
            </a:extLst>
          </p:cNvPr>
          <p:cNvSpPr>
            <a:spLocks noGrp="1"/>
          </p:cNvSpPr>
          <p:nvPr>
            <p:ph type="title"/>
          </p:nvPr>
        </p:nvSpPr>
        <p:spPr>
          <a:xfrm>
            <a:off x="640080" y="2331720"/>
            <a:ext cx="5897880" cy="676656"/>
          </a:xfrm>
        </p:spPr>
        <p:txBody>
          <a:bodyPr lIns="0" tIns="0" rIns="0" bIns="0" anchor="t">
            <a:noAutofit/>
          </a:bodyPr>
          <a:lstStyle>
            <a:lvl1pPr algn="r">
              <a:defRPr sz="5500"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5CC062D3-982A-92E2-D7A3-183CDAFA8290}"/>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5EA91D1E-822C-BF84-967A-1B4AC3C0A36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9" name="Freeform 1">
            <a:extLst>
              <a:ext uri="{FF2B5EF4-FFF2-40B4-BE49-F238E27FC236}">
                <a16:creationId xmlns:a16="http://schemas.microsoft.com/office/drawing/2014/main" id="{9AD42A94-63C2-F534-3DE1-C4825E7AF573}"/>
              </a:ext>
            </a:extLst>
          </p:cNvPr>
          <p:cNvSpPr/>
          <p:nvPr userDrawn="1"/>
        </p:nvSpPr>
        <p:spPr>
          <a:xfrm flipH="1">
            <a:off x="11346057" y="0"/>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Content Placeholder 10">
            <a:extLst>
              <a:ext uri="{FF2B5EF4-FFF2-40B4-BE49-F238E27FC236}">
                <a16:creationId xmlns:a16="http://schemas.microsoft.com/office/drawing/2014/main" id="{42826EA2-1F85-8AB9-0C2A-E95F5E3AA2CC}"/>
              </a:ext>
            </a:extLst>
          </p:cNvPr>
          <p:cNvSpPr>
            <a:spLocks noGrp="1"/>
          </p:cNvSpPr>
          <p:nvPr>
            <p:ph sz="quarter" idx="13"/>
          </p:nvPr>
        </p:nvSpPr>
        <p:spPr>
          <a:xfrm>
            <a:off x="7662672" y="1042416"/>
            <a:ext cx="3922776" cy="4800600"/>
          </a:xfrm>
        </p:spPr>
        <p:txBody>
          <a:bodyPr anchor="ctr"/>
          <a:lstStyle>
            <a:lvl1pPr>
              <a:lnSpc>
                <a:spcPct val="100000"/>
              </a:lnSpc>
              <a:defRPr sz="2400" b="1" cap="all" baseline="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6C0D53C6-746B-0B30-1EA2-115506B5FBB3}"/>
              </a:ext>
            </a:extLst>
          </p:cNvPr>
          <p:cNvSpPr>
            <a:spLocks noGrp="1"/>
          </p:cNvSpPr>
          <p:nvPr>
            <p:ph type="body" sz="quarter" idx="14"/>
          </p:nvPr>
        </p:nvSpPr>
        <p:spPr>
          <a:xfrm>
            <a:off x="640080" y="3099816"/>
            <a:ext cx="5532120" cy="676656"/>
          </a:xfrm>
        </p:spPr>
        <p:txBody>
          <a:bodyPr lIns="0" tIns="0" rIns="0" bIns="0">
            <a:noAutofit/>
          </a:bodyPr>
          <a:lstStyle>
            <a:lvl1pPr marL="0" indent="0" algn="r">
              <a:buNone/>
              <a:defRPr sz="5500" b="1" cap="all" baseline="0">
                <a:ln w="25400">
                  <a:solidFill>
                    <a:schemeClr val="bg1"/>
                  </a:solidFill>
                </a:ln>
                <a:no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99E3A49B-132C-8354-0143-55537669432C}"/>
              </a:ext>
            </a:extLst>
          </p:cNvPr>
          <p:cNvSpPr>
            <a:spLocks noGrp="1"/>
          </p:cNvSpPr>
          <p:nvPr>
            <p:ph type="body" sz="quarter" idx="15"/>
          </p:nvPr>
        </p:nvSpPr>
        <p:spPr>
          <a:xfrm>
            <a:off x="640080" y="3867912"/>
            <a:ext cx="5166360" cy="676656"/>
          </a:xfrm>
        </p:spPr>
        <p:txBody>
          <a:bodyPr lIns="0" tIns="0" rIns="0" bIns="0">
            <a:noAutofit/>
          </a:bodyPr>
          <a:lstStyle>
            <a:lvl1pPr marL="0" indent="0" algn="r">
              <a:buNone/>
              <a:defRPr sz="5500" b="1" cap="all" baseline="0">
                <a:ln w="15875">
                  <a:noFill/>
                </a:ln>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119586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cuti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B479471B-A388-2175-4C67-D1DD7416506D}"/>
              </a:ext>
            </a:extLst>
          </p:cNvPr>
          <p:cNvSpPr/>
          <p:nvPr userDrawn="1"/>
        </p:nvSpPr>
        <p:spPr>
          <a:xfrm>
            <a:off x="6873392" y="2"/>
            <a:ext cx="5318607" cy="6858001"/>
          </a:xfrm>
          <a:custGeom>
            <a:avLst/>
            <a:gdLst>
              <a:gd name="connsiteX0" fmla="*/ 1764372 w 5318607"/>
              <a:gd name="connsiteY0" fmla="*/ 0 h 6858001"/>
              <a:gd name="connsiteX1" fmla="*/ 5318607 w 5318607"/>
              <a:gd name="connsiteY1" fmla="*/ 1021461 h 6858001"/>
              <a:gd name="connsiteX2" fmla="*/ 5318607 w 5318607"/>
              <a:gd name="connsiteY2" fmla="*/ 1066085 h 6858001"/>
              <a:gd name="connsiteX3" fmla="*/ 1609106 w 5318607"/>
              <a:gd name="connsiteY3" fmla="*/ 0 h 6858001"/>
              <a:gd name="connsiteX4" fmla="*/ 0 w 5318607"/>
              <a:gd name="connsiteY4" fmla="*/ 0 h 6858001"/>
              <a:gd name="connsiteX5" fmla="*/ 40313 w 5318607"/>
              <a:gd name="connsiteY5" fmla="*/ 0 h 6858001"/>
              <a:gd name="connsiteX6" fmla="*/ 1716967 w 5318607"/>
              <a:gd name="connsiteY6" fmla="*/ 6858000 h 6858001"/>
              <a:gd name="connsiteX7" fmla="*/ 1676653 w 5318607"/>
              <a:gd name="connsiteY7"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8607" h="6858001">
                <a:moveTo>
                  <a:pt x="1764372" y="0"/>
                </a:moveTo>
                <a:lnTo>
                  <a:pt x="5318607" y="1021461"/>
                </a:lnTo>
                <a:lnTo>
                  <a:pt x="5318607" y="1066085"/>
                </a:lnTo>
                <a:lnTo>
                  <a:pt x="1609106" y="0"/>
                </a:lnTo>
                <a:close/>
                <a:moveTo>
                  <a:pt x="0" y="0"/>
                </a:moveTo>
                <a:lnTo>
                  <a:pt x="40313" y="0"/>
                </a:lnTo>
                <a:lnTo>
                  <a:pt x="1716967" y="6858000"/>
                </a:lnTo>
                <a:lnTo>
                  <a:pt x="1676653" y="6858001"/>
                </a:lnTo>
                <a:close/>
              </a:path>
            </a:pathLst>
          </a:cu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9" name="Footer Placeholder 4">
            <a:extLst>
              <a:ext uri="{FF2B5EF4-FFF2-40B4-BE49-F238E27FC236}">
                <a16:creationId xmlns:a16="http://schemas.microsoft.com/office/drawing/2014/main" id="{3002B252-A09D-765B-4015-B04E32D9ADBE}"/>
              </a:ext>
            </a:extLst>
          </p:cNvPr>
          <p:cNvSpPr>
            <a:spLocks noGrp="1"/>
          </p:cNvSpPr>
          <p:nvPr>
            <p:ph type="ftr" sz="quarter" idx="3"/>
          </p:nvPr>
        </p:nvSpPr>
        <p:spPr>
          <a:xfrm>
            <a:off x="7099139" y="6176963"/>
            <a:ext cx="3890010" cy="365125"/>
          </a:xfrm>
          <a:prstGeom prst="rect">
            <a:avLst/>
          </a:prstGeom>
        </p:spPr>
        <p:txBody>
          <a:bodyPr anchor="ctr"/>
          <a:lstStyle>
            <a:lvl1pPr algn="r">
              <a:defRPr sz="1000" b="1" i="0" spc="200" baseline="0">
                <a:solidFill>
                  <a:schemeClr val="bg1"/>
                </a:solidFill>
                <a:latin typeface="Univers Condensed" panose="020B0506020202050204" pitchFamily="34" charset="0"/>
              </a:defRPr>
            </a:lvl1pPr>
          </a:lstStyle>
          <a:p>
            <a:r>
              <a:rPr lang="en-US" dirty="0"/>
              <a:t>Fitness Presentation</a:t>
            </a:r>
          </a:p>
        </p:txBody>
      </p:sp>
      <p:sp>
        <p:nvSpPr>
          <p:cNvPr id="10" name="Slide Number Placeholder 5">
            <a:extLst>
              <a:ext uri="{FF2B5EF4-FFF2-40B4-BE49-F238E27FC236}">
                <a16:creationId xmlns:a16="http://schemas.microsoft.com/office/drawing/2014/main" id="{20071A5B-063E-2EE8-9B8E-AFA6D65DE2C6}"/>
              </a:ext>
            </a:extLst>
          </p:cNvPr>
          <p:cNvSpPr>
            <a:spLocks noGrp="1"/>
          </p:cNvSpPr>
          <p:nvPr>
            <p:ph type="sldNum" sz="quarter" idx="4"/>
          </p:nvPr>
        </p:nvSpPr>
        <p:spPr>
          <a:xfrm>
            <a:off x="11145359" y="6176963"/>
            <a:ext cx="440851" cy="365125"/>
          </a:xfrm>
          <a:prstGeom prst="rect">
            <a:avLst/>
          </a:prstGeom>
        </p:spPr>
        <p:txBody>
          <a:bodyPr anchor="ctr"/>
          <a:lstStyle>
            <a:lvl1pPr algn="l">
              <a:defRPr sz="1000" b="1" i="0" spc="200" baseline="0">
                <a:solidFill>
                  <a:schemeClr val="bg1"/>
                </a:solidFill>
                <a:latin typeface="Univers Condensed" panose="020B0506020202050204" pitchFamily="34" charset="0"/>
              </a:defRPr>
            </a:lvl1pPr>
          </a:lstStyle>
          <a:p>
            <a:fld id="{294A09A9-5501-47C1-A89A-A340965A2BE2}" type="slidenum">
              <a:rPr lang="en-US" smtClean="0"/>
              <a:pPr/>
              <a:t>‹#›</a:t>
            </a:fld>
            <a:endParaRPr lang="en-US" dirty="0"/>
          </a:p>
        </p:txBody>
      </p:sp>
      <p:sp>
        <p:nvSpPr>
          <p:cNvPr id="12" name="Freeform 11">
            <a:extLst>
              <a:ext uri="{FF2B5EF4-FFF2-40B4-BE49-F238E27FC236}">
                <a16:creationId xmlns:a16="http://schemas.microsoft.com/office/drawing/2014/main" id="{09AF36A9-8E12-F285-BA65-FD9E2D57489C}"/>
              </a:ext>
            </a:extLst>
          </p:cNvPr>
          <p:cNvSpPr/>
          <p:nvPr userDrawn="1"/>
        </p:nvSpPr>
        <p:spPr>
          <a:xfrm rot="16200000">
            <a:off x="1285350" y="4714350"/>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Picture Placeholder 7">
            <a:extLst>
              <a:ext uri="{FF2B5EF4-FFF2-40B4-BE49-F238E27FC236}">
                <a16:creationId xmlns:a16="http://schemas.microsoft.com/office/drawing/2014/main" id="{8281A98B-23A2-F25E-454B-873DC210C043}"/>
              </a:ext>
            </a:extLst>
          </p:cNvPr>
          <p:cNvSpPr>
            <a:spLocks noGrp="1"/>
          </p:cNvSpPr>
          <p:nvPr>
            <p:ph type="pic" sz="quarter" idx="10"/>
          </p:nvPr>
        </p:nvSpPr>
        <p:spPr>
          <a:xfrm>
            <a:off x="6978524" y="0"/>
            <a:ext cx="5213477" cy="6858000"/>
          </a:xfrm>
          <a:custGeom>
            <a:avLst/>
            <a:gdLst>
              <a:gd name="connsiteX0" fmla="*/ 0 w 5213477"/>
              <a:gd name="connsiteY0" fmla="*/ 0 h 6858000"/>
              <a:gd name="connsiteX1" fmla="*/ 1268595 w 5213477"/>
              <a:gd name="connsiteY1" fmla="*/ 0 h 6858000"/>
              <a:gd name="connsiteX2" fmla="*/ 5213477 w 5213477"/>
              <a:gd name="connsiteY2" fmla="*/ 1133731 h 6858000"/>
              <a:gd name="connsiteX3" fmla="*/ 5213477 w 5213477"/>
              <a:gd name="connsiteY3" fmla="*/ 5245005 h 6858000"/>
              <a:gd name="connsiteX4" fmla="*/ 3534514 w 5213477"/>
              <a:gd name="connsiteY4" fmla="*/ 6858000 h 6858000"/>
              <a:gd name="connsiteX5" fmla="*/ 1676654 w 521347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3477" h="6858000">
                <a:moveTo>
                  <a:pt x="0" y="0"/>
                </a:moveTo>
                <a:lnTo>
                  <a:pt x="1268595" y="0"/>
                </a:lnTo>
                <a:lnTo>
                  <a:pt x="5213477" y="1133731"/>
                </a:lnTo>
                <a:lnTo>
                  <a:pt x="5213477" y="5245005"/>
                </a:lnTo>
                <a:lnTo>
                  <a:pt x="3534514" y="6858000"/>
                </a:lnTo>
                <a:lnTo>
                  <a:pt x="1676654" y="6858000"/>
                </a:lnTo>
                <a:close/>
              </a:path>
            </a:pathLst>
          </a:custGeom>
        </p:spPr>
        <p:txBody>
          <a:bodyPr wrap="square" anchor="ctr">
            <a:noAutofit/>
          </a:bodyPr>
          <a:lstStyle>
            <a:lvl1pPr marL="0" indent="0" algn="ctr">
              <a:buNone/>
              <a:defRPr sz="1800"/>
            </a:lvl1pPr>
          </a:lstStyle>
          <a:p>
            <a:r>
              <a:rPr lang="en-US"/>
              <a:t>Click icon to add picture</a:t>
            </a:r>
            <a:endParaRPr lang="en-US" dirty="0"/>
          </a:p>
        </p:txBody>
      </p:sp>
      <p:sp>
        <p:nvSpPr>
          <p:cNvPr id="5" name="Title 1">
            <a:extLst>
              <a:ext uri="{FF2B5EF4-FFF2-40B4-BE49-F238E27FC236}">
                <a16:creationId xmlns:a16="http://schemas.microsoft.com/office/drawing/2014/main" id="{99460C4E-6B86-CA07-B86E-313F497C98A2}"/>
              </a:ext>
            </a:extLst>
          </p:cNvPr>
          <p:cNvSpPr>
            <a:spLocks noGrp="1"/>
          </p:cNvSpPr>
          <p:nvPr>
            <p:ph type="title"/>
          </p:nvPr>
        </p:nvSpPr>
        <p:spPr>
          <a:xfrm>
            <a:off x="630936" y="-54864"/>
            <a:ext cx="6345936" cy="676656"/>
          </a:xfrm>
        </p:spPr>
        <p:txBody>
          <a:bodyPr lIns="0" tIns="0" rIns="0" bIns="0" anchor="t">
            <a:noAutofit/>
          </a:bodyPr>
          <a:lstStyle>
            <a:lvl1pPr algn="l">
              <a:defRPr sz="5500" cap="all" baseline="0">
                <a:ln w="25400">
                  <a:solidFill>
                    <a:schemeClr val="bg1"/>
                  </a:solidFill>
                </a:ln>
              </a:defRPr>
            </a:lvl1pPr>
          </a:lstStyle>
          <a:p>
            <a:r>
              <a:rPr lang="en-US"/>
              <a:t>Click to edit Master title style</a:t>
            </a:r>
            <a:endParaRPr lang="en-US" dirty="0"/>
          </a:p>
        </p:txBody>
      </p:sp>
      <p:sp>
        <p:nvSpPr>
          <p:cNvPr id="6" name="Text Placeholder 13">
            <a:extLst>
              <a:ext uri="{FF2B5EF4-FFF2-40B4-BE49-F238E27FC236}">
                <a16:creationId xmlns:a16="http://schemas.microsoft.com/office/drawing/2014/main" id="{B4F1EE02-01B2-B1A7-8C1D-93337F4EEBBC}"/>
              </a:ext>
            </a:extLst>
          </p:cNvPr>
          <p:cNvSpPr>
            <a:spLocks noGrp="1"/>
          </p:cNvSpPr>
          <p:nvPr>
            <p:ph type="body" sz="quarter" idx="14"/>
          </p:nvPr>
        </p:nvSpPr>
        <p:spPr>
          <a:xfrm>
            <a:off x="1005840" y="713232"/>
            <a:ext cx="5971032" cy="676656"/>
          </a:xfrm>
        </p:spPr>
        <p:txBody>
          <a:bodyPr lIns="0" tIns="0" rIns="0" bIns="0">
            <a:noAutofit/>
          </a:bodyPr>
          <a:lstStyle>
            <a:lvl1pPr marL="0" indent="0" algn="l">
              <a:buNone/>
              <a:defRPr sz="5500" b="1" cap="all" baseline="0">
                <a:ln w="25400">
                  <a:solidFill>
                    <a:schemeClr val="bg1"/>
                  </a:solidFill>
                </a:ln>
                <a:noFill/>
                <a:latin typeface="+mj-lt"/>
              </a:defRPr>
            </a:lvl1pPr>
          </a:lstStyle>
          <a:p>
            <a:pPr lvl="0"/>
            <a:r>
              <a:rPr lang="en-US"/>
              <a:t>Click to edit Master text styles</a:t>
            </a:r>
          </a:p>
        </p:txBody>
      </p:sp>
      <p:sp>
        <p:nvSpPr>
          <p:cNvPr id="7" name="Text Placeholder 13">
            <a:extLst>
              <a:ext uri="{FF2B5EF4-FFF2-40B4-BE49-F238E27FC236}">
                <a16:creationId xmlns:a16="http://schemas.microsoft.com/office/drawing/2014/main" id="{91923A78-A1D5-B419-C2EC-74FF8A432620}"/>
              </a:ext>
            </a:extLst>
          </p:cNvPr>
          <p:cNvSpPr>
            <a:spLocks noGrp="1"/>
          </p:cNvSpPr>
          <p:nvPr>
            <p:ph type="body" sz="quarter" idx="15"/>
          </p:nvPr>
        </p:nvSpPr>
        <p:spPr>
          <a:xfrm>
            <a:off x="1444752" y="1481328"/>
            <a:ext cx="5532120" cy="676656"/>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sp>
        <p:nvSpPr>
          <p:cNvPr id="13" name="Text Placeholder 12">
            <a:extLst>
              <a:ext uri="{FF2B5EF4-FFF2-40B4-BE49-F238E27FC236}">
                <a16:creationId xmlns:a16="http://schemas.microsoft.com/office/drawing/2014/main" id="{EF6E0B67-C7F9-39E3-8641-110D8CC20121}"/>
              </a:ext>
            </a:extLst>
          </p:cNvPr>
          <p:cNvSpPr>
            <a:spLocks noGrp="1"/>
          </p:cNvSpPr>
          <p:nvPr>
            <p:ph type="body" sz="quarter" idx="16"/>
          </p:nvPr>
        </p:nvSpPr>
        <p:spPr>
          <a:xfrm>
            <a:off x="1399032" y="2724912"/>
            <a:ext cx="3922776" cy="2944368"/>
          </a:xfrm>
        </p:spPr>
        <p:txBody>
          <a:bodyPr>
            <a:normAutofit/>
          </a:bodyPr>
          <a:lstStyle>
            <a:lvl1pPr marL="0" indent="0">
              <a:lnSpc>
                <a:spcPct val="150000"/>
              </a:lnSpc>
              <a:buNone/>
              <a:defRPr sz="1800"/>
            </a:lvl1pPr>
          </a:lstStyle>
          <a:p>
            <a:pPr lvl="0"/>
            <a:r>
              <a:rPr lang="en-US"/>
              <a:t>Click to edit Master text styles</a:t>
            </a:r>
          </a:p>
        </p:txBody>
      </p:sp>
    </p:spTree>
    <p:extLst>
      <p:ext uri="{BB962C8B-B14F-4D97-AF65-F5344CB8AC3E}">
        <p14:creationId xmlns:p14="http://schemas.microsoft.com/office/powerpoint/2010/main" val="147255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AAD11785-AC9A-022B-D5A2-883AA0782E39}"/>
              </a:ext>
            </a:extLst>
          </p:cNvPr>
          <p:cNvSpPr>
            <a:spLocks noGrp="1"/>
          </p:cNvSpPr>
          <p:nvPr>
            <p:ph type="body" sz="quarter" idx="11"/>
          </p:nvPr>
        </p:nvSpPr>
        <p:spPr>
          <a:xfrm>
            <a:off x="5425440" y="54864"/>
            <a:ext cx="6766560" cy="6858000"/>
          </a:xfrm>
          <a:custGeom>
            <a:avLst/>
            <a:gdLst>
              <a:gd name="connsiteX0" fmla="*/ 0 w 6766560"/>
              <a:gd name="connsiteY0" fmla="*/ 0 h 6858000"/>
              <a:gd name="connsiteX1" fmla="*/ 6766560 w 6766560"/>
              <a:gd name="connsiteY1" fmla="*/ 0 h 6858000"/>
              <a:gd name="connsiteX2" fmla="*/ 6766560 w 6766560"/>
              <a:gd name="connsiteY2" fmla="*/ 6858000 h 6858000"/>
              <a:gd name="connsiteX3" fmla="*/ 0 w 6766560"/>
              <a:gd name="connsiteY3" fmla="*/ 6858000 h 6858000"/>
              <a:gd name="connsiteX4" fmla="*/ 0 w 6766560"/>
              <a:gd name="connsiteY4" fmla="*/ 6803136 h 6858000"/>
              <a:gd name="connsiteX5" fmla="*/ 2240742 w 6766560"/>
              <a:gd name="connsiteY5" fmla="*/ 6803136 h 6858000"/>
              <a:gd name="connsiteX6" fmla="*/ 2299334 w 6766560"/>
              <a:gd name="connsiteY6" fmla="*/ 6568768 h 6858000"/>
              <a:gd name="connsiteX7" fmla="*/ 0 w 6766560"/>
              <a:gd name="connsiteY7" fmla="*/ 65687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66560" h="6858000">
                <a:moveTo>
                  <a:pt x="0" y="0"/>
                </a:moveTo>
                <a:lnTo>
                  <a:pt x="6766560" y="0"/>
                </a:lnTo>
                <a:lnTo>
                  <a:pt x="6766560" y="6858000"/>
                </a:lnTo>
                <a:lnTo>
                  <a:pt x="0" y="6858000"/>
                </a:lnTo>
                <a:lnTo>
                  <a:pt x="0" y="6803136"/>
                </a:lnTo>
                <a:lnTo>
                  <a:pt x="2240742" y="6803136"/>
                </a:lnTo>
                <a:lnTo>
                  <a:pt x="2299334" y="6568768"/>
                </a:lnTo>
                <a:lnTo>
                  <a:pt x="0" y="6568768"/>
                </a:lnTo>
                <a:close/>
              </a:path>
            </a:pathLst>
          </a:custGeom>
        </p:spPr>
        <p:txBody>
          <a:bodyPr wrap="square" lIns="0" tIns="0" rIns="0" bIns="0" anchor="t">
            <a:noAutofit/>
          </a:bodyPr>
          <a:lstStyle>
            <a:lvl1pPr marL="0" indent="0" algn="r">
              <a:lnSpc>
                <a:spcPct val="75000"/>
              </a:lnSpc>
              <a:spcBef>
                <a:spcPts val="0"/>
              </a:spcBef>
              <a:buNone/>
              <a:defRPr sz="8800" b="1" cap="all" baseline="0">
                <a:ln w="34925">
                  <a:solidFill>
                    <a:schemeClr val="accent6"/>
                  </a:solidFill>
                </a:ln>
                <a:noFill/>
                <a:latin typeface="+mj-lt"/>
              </a:defRPr>
            </a:lvl1pPr>
          </a:lstStyle>
          <a:p>
            <a:pPr lvl="0"/>
            <a:r>
              <a:rPr lang="en-US"/>
              <a:t>Click to edit Master text styles</a:t>
            </a:r>
          </a:p>
        </p:txBody>
      </p:sp>
      <p:sp>
        <p:nvSpPr>
          <p:cNvPr id="11" name="Picture Placeholder 10">
            <a:extLst>
              <a:ext uri="{FF2B5EF4-FFF2-40B4-BE49-F238E27FC236}">
                <a16:creationId xmlns:a16="http://schemas.microsoft.com/office/drawing/2014/main" id="{01EF2190-F8C4-3961-DBA7-5C1A52B28EFB}"/>
              </a:ext>
            </a:extLst>
          </p:cNvPr>
          <p:cNvSpPr>
            <a:spLocks noGrp="1"/>
          </p:cNvSpPr>
          <p:nvPr>
            <p:ph type="pic" sz="quarter" idx="10"/>
          </p:nvPr>
        </p:nvSpPr>
        <p:spPr>
          <a:xfrm>
            <a:off x="3935210" y="0"/>
            <a:ext cx="6994357" cy="6857997"/>
          </a:xfrm>
          <a:custGeom>
            <a:avLst/>
            <a:gdLst>
              <a:gd name="connsiteX0" fmla="*/ 1714499 w 6994357"/>
              <a:gd name="connsiteY0" fmla="*/ 0 h 6857997"/>
              <a:gd name="connsiteX1" fmla="*/ 6994357 w 6994357"/>
              <a:gd name="connsiteY1" fmla="*/ 0 h 6857997"/>
              <a:gd name="connsiteX2" fmla="*/ 5279858 w 6994357"/>
              <a:gd name="connsiteY2" fmla="*/ 6857997 h 6857997"/>
              <a:gd name="connsiteX3" fmla="*/ 3730973 w 6994357"/>
              <a:gd name="connsiteY3" fmla="*/ 6857997 h 6857997"/>
              <a:gd name="connsiteX4" fmla="*/ 3789564 w 6994357"/>
              <a:gd name="connsiteY4" fmla="*/ 6623632 h 6857997"/>
              <a:gd name="connsiteX5" fmla="*/ 649198 w 6994357"/>
              <a:gd name="connsiteY5" fmla="*/ 6623632 h 6857997"/>
              <a:gd name="connsiteX6" fmla="*/ 590607 w 6994357"/>
              <a:gd name="connsiteY6" fmla="*/ 6857997 h 6857997"/>
              <a:gd name="connsiteX7" fmla="*/ 0 w 6994357"/>
              <a:gd name="connsiteY7"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4357" h="6857997">
                <a:moveTo>
                  <a:pt x="1714499" y="0"/>
                </a:moveTo>
                <a:lnTo>
                  <a:pt x="6994357" y="0"/>
                </a:lnTo>
                <a:lnTo>
                  <a:pt x="5279858" y="6857997"/>
                </a:lnTo>
                <a:lnTo>
                  <a:pt x="3730973" y="6857997"/>
                </a:lnTo>
                <a:lnTo>
                  <a:pt x="3789564" y="6623632"/>
                </a:lnTo>
                <a:lnTo>
                  <a:pt x="649198" y="6623632"/>
                </a:lnTo>
                <a:lnTo>
                  <a:pt x="590607" y="6857997"/>
                </a:lnTo>
                <a:lnTo>
                  <a:pt x="0" y="6857997"/>
                </a:lnTo>
                <a:close/>
              </a:path>
            </a:pathLst>
          </a:custGeom>
          <a:solidFill>
            <a:schemeClr val="tx1"/>
          </a:solidFill>
        </p:spPr>
        <p:txBody>
          <a:bodyPr wrap="square"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585216" y="1636776"/>
            <a:ext cx="6044184" cy="2743200"/>
          </a:xfrm>
        </p:spPr>
        <p:txBody>
          <a:bodyPr lIns="0" tIns="0" rIns="0" bIns="0" anchor="t">
            <a:noAutofit/>
          </a:bodyPr>
          <a:lstStyle>
            <a:lvl1pPr algn="l">
              <a:defRPr sz="5500" cap="all" spc="200" baseline="0">
                <a:ln w="15875">
                  <a:noFill/>
                </a:ln>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94360" y="4654296"/>
            <a:ext cx="5504688" cy="1545336"/>
          </a:xfrm>
        </p:spPr>
        <p:txBody>
          <a:bodyPr lIns="0" tIns="45720" rIns="0" bIns="0">
            <a:noAutofit/>
          </a:bodyPr>
          <a:lstStyle>
            <a:lvl1pPr marL="0" indent="0" algn="l">
              <a:buNone/>
              <a:defRPr sz="2400" b="1"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89984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C731E-CED9-840B-1719-42D1BEAA5DFB}"/>
              </a:ext>
            </a:extLst>
          </p:cNvPr>
          <p:cNvSpPr>
            <a:spLocks noGrp="1"/>
          </p:cNvSpPr>
          <p:nvPr>
            <p:ph type="title"/>
          </p:nvPr>
        </p:nvSpPr>
        <p:spPr>
          <a:xfrm>
            <a:off x="630936" y="3474720"/>
            <a:ext cx="5468112" cy="1444752"/>
          </a:xfrm>
        </p:spPr>
        <p:txBody>
          <a:bodyPr lIns="0" tIns="0" rIns="0" bIns="0" anchor="t">
            <a:noAutofit/>
          </a:bodyPr>
          <a:lstStyle>
            <a:lvl1pPr>
              <a:defRPr sz="5500" b="1"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EB848C7-D26F-AC1D-FEED-959297BAEA58}"/>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9A9D6191-24BB-B445-814B-022367D33569}"/>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Freeform 1">
            <a:extLst>
              <a:ext uri="{FF2B5EF4-FFF2-40B4-BE49-F238E27FC236}">
                <a16:creationId xmlns:a16="http://schemas.microsoft.com/office/drawing/2014/main" id="{17CCD23D-9FBE-BCA1-7BD4-A558E8A2AA7F}"/>
              </a:ext>
            </a:extLst>
          </p:cNvPr>
          <p:cNvSpPr/>
          <p:nvPr userDrawn="1"/>
        </p:nvSpPr>
        <p:spPr>
          <a:xfrm rot="5400000" flipH="1" flipV="1">
            <a:off x="1285350" y="4714350"/>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Content Placeholder 6">
            <a:extLst>
              <a:ext uri="{FF2B5EF4-FFF2-40B4-BE49-F238E27FC236}">
                <a16:creationId xmlns:a16="http://schemas.microsoft.com/office/drawing/2014/main" id="{16137255-CD95-C6F3-3F34-268CCCFDED9D}"/>
              </a:ext>
            </a:extLst>
          </p:cNvPr>
          <p:cNvSpPr>
            <a:spLocks noGrp="1"/>
          </p:cNvSpPr>
          <p:nvPr>
            <p:ph sz="quarter" idx="12"/>
          </p:nvPr>
        </p:nvSpPr>
        <p:spPr>
          <a:xfrm>
            <a:off x="6473952" y="512064"/>
            <a:ext cx="5394960" cy="53583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3">
            <a:extLst>
              <a:ext uri="{FF2B5EF4-FFF2-40B4-BE49-F238E27FC236}">
                <a16:creationId xmlns:a16="http://schemas.microsoft.com/office/drawing/2014/main" id="{33E03FB2-A36A-C4BC-D32C-C9D79FA13550}"/>
              </a:ext>
            </a:extLst>
          </p:cNvPr>
          <p:cNvSpPr>
            <a:spLocks noGrp="1"/>
          </p:cNvSpPr>
          <p:nvPr>
            <p:ph type="body" sz="quarter" idx="15"/>
          </p:nvPr>
        </p:nvSpPr>
        <p:spPr>
          <a:xfrm>
            <a:off x="630936" y="1938528"/>
            <a:ext cx="5468112" cy="1444752"/>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3584916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0" name="Freeform 3">
            <a:extLst>
              <a:ext uri="{FF2B5EF4-FFF2-40B4-BE49-F238E27FC236}">
                <a16:creationId xmlns:a16="http://schemas.microsoft.com/office/drawing/2014/main" id="{9BFF52DA-D268-8BCB-C72B-0C57ED703C12}"/>
              </a:ext>
            </a:extLst>
          </p:cNvPr>
          <p:cNvSpPr/>
          <p:nvPr userDrawn="1"/>
        </p:nvSpPr>
        <p:spPr>
          <a:xfrm rot="16200000" flipH="1" flipV="1">
            <a:off x="10066638" y="-1294752"/>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168F2478-FF44-9B20-A176-F2CC3225E2FC}"/>
              </a:ext>
            </a:extLst>
          </p:cNvPr>
          <p:cNvSpPr/>
          <p:nvPr userDrawn="1"/>
        </p:nvSpPr>
        <p:spPr>
          <a:xfrm>
            <a:off x="1" y="5678455"/>
            <a:ext cx="4824683" cy="1179545"/>
          </a:xfrm>
          <a:custGeom>
            <a:avLst/>
            <a:gdLst>
              <a:gd name="connsiteX0" fmla="*/ 0 w 4824683"/>
              <a:gd name="connsiteY0" fmla="*/ 0 h 1179545"/>
              <a:gd name="connsiteX1" fmla="*/ 4824683 w 4824683"/>
              <a:gd name="connsiteY1" fmla="*/ 1179545 h 1179545"/>
              <a:gd name="connsiteX2" fmla="*/ 4659791 w 4824683"/>
              <a:gd name="connsiteY2" fmla="*/ 1179545 h 1179545"/>
              <a:gd name="connsiteX3" fmla="*/ 0 w 4824683"/>
              <a:gd name="connsiteY3" fmla="*/ 40314 h 1179545"/>
            </a:gdLst>
            <a:ahLst/>
            <a:cxnLst>
              <a:cxn ang="0">
                <a:pos x="connsiteX0" y="connsiteY0"/>
              </a:cxn>
              <a:cxn ang="0">
                <a:pos x="connsiteX1" y="connsiteY1"/>
              </a:cxn>
              <a:cxn ang="0">
                <a:pos x="connsiteX2" y="connsiteY2"/>
              </a:cxn>
              <a:cxn ang="0">
                <a:pos x="connsiteX3" y="connsiteY3"/>
              </a:cxn>
            </a:cxnLst>
            <a:rect l="l" t="t" r="r" b="b"/>
            <a:pathLst>
              <a:path w="4824683" h="1179545">
                <a:moveTo>
                  <a:pt x="0" y="0"/>
                </a:moveTo>
                <a:lnTo>
                  <a:pt x="4824683" y="1179545"/>
                </a:lnTo>
                <a:lnTo>
                  <a:pt x="4659791" y="1179545"/>
                </a:lnTo>
                <a:lnTo>
                  <a:pt x="0" y="40314"/>
                </a:lnTo>
                <a:close/>
              </a:path>
            </a:pathLst>
          </a:cu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14" name="Freeform: Shape 13">
            <a:extLst>
              <a:ext uri="{FF2B5EF4-FFF2-40B4-BE49-F238E27FC236}">
                <a16:creationId xmlns:a16="http://schemas.microsoft.com/office/drawing/2014/main" id="{6C6F6DEC-A2BE-0211-54C4-9073E7CED16A}"/>
              </a:ext>
            </a:extLst>
          </p:cNvPr>
          <p:cNvSpPr/>
          <p:nvPr userDrawn="1"/>
        </p:nvSpPr>
        <p:spPr>
          <a:xfrm>
            <a:off x="0" y="0"/>
            <a:ext cx="776325" cy="3175394"/>
          </a:xfrm>
          <a:custGeom>
            <a:avLst/>
            <a:gdLst>
              <a:gd name="connsiteX0" fmla="*/ 736011 w 776325"/>
              <a:gd name="connsiteY0" fmla="*/ 0 h 3175394"/>
              <a:gd name="connsiteX1" fmla="*/ 776325 w 776325"/>
              <a:gd name="connsiteY1" fmla="*/ 0 h 3175394"/>
              <a:gd name="connsiteX2" fmla="*/ 0 w 776325"/>
              <a:gd name="connsiteY2" fmla="*/ 3175394 h 3175394"/>
              <a:gd name="connsiteX3" fmla="*/ 0 w 776325"/>
              <a:gd name="connsiteY3" fmla="*/ 3010498 h 3175394"/>
            </a:gdLst>
            <a:ahLst/>
            <a:cxnLst>
              <a:cxn ang="0">
                <a:pos x="connsiteX0" y="connsiteY0"/>
              </a:cxn>
              <a:cxn ang="0">
                <a:pos x="connsiteX1" y="connsiteY1"/>
              </a:cxn>
              <a:cxn ang="0">
                <a:pos x="connsiteX2" y="connsiteY2"/>
              </a:cxn>
              <a:cxn ang="0">
                <a:pos x="connsiteX3" y="connsiteY3"/>
              </a:cxn>
            </a:cxnLst>
            <a:rect l="l" t="t" r="r" b="b"/>
            <a:pathLst>
              <a:path w="776325" h="3175394">
                <a:moveTo>
                  <a:pt x="736011" y="0"/>
                </a:moveTo>
                <a:lnTo>
                  <a:pt x="776325" y="0"/>
                </a:lnTo>
                <a:lnTo>
                  <a:pt x="0" y="3175394"/>
                </a:lnTo>
                <a:lnTo>
                  <a:pt x="0" y="3010498"/>
                </a:lnTo>
                <a:close/>
              </a:path>
            </a:pathLst>
          </a:cu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a:extLst>
              <a:ext uri="{FF2B5EF4-FFF2-40B4-BE49-F238E27FC236}">
                <a16:creationId xmlns:a16="http://schemas.microsoft.com/office/drawing/2014/main" id="{ECEC731E-CED9-840B-1719-42D1BEAA5DFB}"/>
              </a:ext>
            </a:extLst>
          </p:cNvPr>
          <p:cNvSpPr>
            <a:spLocks noGrp="1"/>
          </p:cNvSpPr>
          <p:nvPr>
            <p:ph type="title"/>
          </p:nvPr>
        </p:nvSpPr>
        <p:spPr>
          <a:xfrm>
            <a:off x="630936" y="3429000"/>
            <a:ext cx="4572000" cy="676656"/>
          </a:xfrm>
        </p:spPr>
        <p:txBody>
          <a:bodyPr lIns="0" tIns="0" rIns="0" bIns="0" anchor="t">
            <a:noAutofit/>
          </a:bodyPr>
          <a:lstStyle>
            <a:lvl1pPr>
              <a:defRPr sz="5500" b="1"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EB848C7-D26F-AC1D-FEED-959297BAEA58}"/>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9A9D6191-24BB-B445-814B-022367D33569}"/>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7" name="Content Placeholder 6">
            <a:extLst>
              <a:ext uri="{FF2B5EF4-FFF2-40B4-BE49-F238E27FC236}">
                <a16:creationId xmlns:a16="http://schemas.microsoft.com/office/drawing/2014/main" id="{16137255-CD95-C6F3-3F34-268CCCFDED9D}"/>
              </a:ext>
            </a:extLst>
          </p:cNvPr>
          <p:cNvSpPr>
            <a:spLocks noGrp="1"/>
          </p:cNvSpPr>
          <p:nvPr>
            <p:ph sz="quarter" idx="12"/>
          </p:nvPr>
        </p:nvSpPr>
        <p:spPr>
          <a:xfrm>
            <a:off x="5303520" y="1234440"/>
            <a:ext cx="6281928" cy="4389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3">
            <a:extLst>
              <a:ext uri="{FF2B5EF4-FFF2-40B4-BE49-F238E27FC236}">
                <a16:creationId xmlns:a16="http://schemas.microsoft.com/office/drawing/2014/main" id="{33E03FB2-A36A-C4BC-D32C-C9D79FA13550}"/>
              </a:ext>
            </a:extLst>
          </p:cNvPr>
          <p:cNvSpPr>
            <a:spLocks noGrp="1"/>
          </p:cNvSpPr>
          <p:nvPr>
            <p:ph type="body" sz="quarter" idx="15"/>
          </p:nvPr>
        </p:nvSpPr>
        <p:spPr>
          <a:xfrm>
            <a:off x="630936" y="2587752"/>
            <a:ext cx="4572000" cy="676656"/>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760409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9DEBD92-1C41-6D85-3E82-EAA34BEB43AA}"/>
              </a:ext>
            </a:extLst>
          </p:cNvPr>
          <p:cNvCxnSpPr>
            <a:cxnSpLocks/>
          </p:cNvCxnSpPr>
          <p:nvPr/>
        </p:nvCxnSpPr>
        <p:spPr>
          <a:xfrm>
            <a:off x="198783" y="-1"/>
            <a:ext cx="1400619" cy="685800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DD3F7AD-ADD7-0F77-7DD9-738EA16C1158}"/>
              </a:ext>
            </a:extLst>
          </p:cNvPr>
          <p:cNvCxnSpPr>
            <a:cxnSpLocks/>
          </p:cNvCxnSpPr>
          <p:nvPr/>
        </p:nvCxnSpPr>
        <p:spPr>
          <a:xfrm flipV="1">
            <a:off x="-41350" y="-1"/>
            <a:ext cx="3905034" cy="3021497"/>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236170-F5BA-8DBF-9253-ADD639CD9680}"/>
              </a:ext>
            </a:extLst>
          </p:cNvPr>
          <p:cNvCxnSpPr>
            <a:cxnSpLocks/>
          </p:cNvCxnSpPr>
          <p:nvPr/>
        </p:nvCxnSpPr>
        <p:spPr>
          <a:xfrm flipV="1">
            <a:off x="8567307" y="3556215"/>
            <a:ext cx="3635673" cy="330178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BC246A-C926-C74B-144A-A22102636CDD}"/>
              </a:ext>
            </a:extLst>
          </p:cNvPr>
          <p:cNvCxnSpPr>
            <a:cxnSpLocks/>
          </p:cNvCxnSpPr>
          <p:nvPr/>
        </p:nvCxnSpPr>
        <p:spPr>
          <a:xfrm>
            <a:off x="-41350" y="5074694"/>
            <a:ext cx="4540685" cy="178330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D238B8-F8BC-E02D-82F6-C32EA1C25B03}"/>
              </a:ext>
            </a:extLst>
          </p:cNvPr>
          <p:cNvCxnSpPr>
            <a:cxnSpLocks/>
          </p:cNvCxnSpPr>
          <p:nvPr/>
        </p:nvCxnSpPr>
        <p:spPr>
          <a:xfrm>
            <a:off x="10758601" y="-1"/>
            <a:ext cx="1026368" cy="685800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B587E33-E292-84DB-CFC5-037767DED5E7}"/>
              </a:ext>
            </a:extLst>
          </p:cNvPr>
          <p:cNvCxnSpPr>
            <a:cxnSpLocks/>
          </p:cNvCxnSpPr>
          <p:nvPr/>
        </p:nvCxnSpPr>
        <p:spPr>
          <a:xfrm>
            <a:off x="8116008" y="-1"/>
            <a:ext cx="4086972" cy="1391479"/>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CE7118C-0FB4-0CF3-538A-23903573BA43}"/>
              </a:ext>
            </a:extLst>
          </p:cNvPr>
          <p:cNvSpPr>
            <a:spLocks noGrp="1"/>
          </p:cNvSpPr>
          <p:nvPr>
            <p:ph type="title"/>
          </p:nvPr>
        </p:nvSpPr>
        <p:spPr>
          <a:xfrm>
            <a:off x="2020824" y="1591056"/>
            <a:ext cx="8055864" cy="3127248"/>
          </a:xfrm>
        </p:spPr>
        <p:txBody>
          <a:bodyPr lIns="0" tIns="0" rIns="0" bIns="0" anchor="t">
            <a:noAutofit/>
          </a:bodyPr>
          <a:lstStyle>
            <a:lvl1pPr algn="ctr">
              <a:defRPr sz="5500" baseline="0">
                <a:ln w="15875">
                  <a:solidFill>
                    <a:schemeClr val="accent1"/>
                  </a:solidFill>
                </a:ln>
              </a:defRPr>
            </a:lvl1pPr>
          </a:lstStyle>
          <a:p>
            <a:r>
              <a:rPr lang="en-US"/>
              <a:t>Click to edit Master title style</a:t>
            </a:r>
            <a:endParaRPr lang="en-US" dirty="0"/>
          </a:p>
        </p:txBody>
      </p:sp>
      <p:pic>
        <p:nvPicPr>
          <p:cNvPr id="12" name="Graphic 6" descr="Open quotation mark outline">
            <a:extLst>
              <a:ext uri="{FF2B5EF4-FFF2-40B4-BE49-F238E27FC236}">
                <a16:creationId xmlns:a16="http://schemas.microsoft.com/office/drawing/2014/main" id="{827EAF0A-A165-45C2-7F1B-61B5C38C43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6875" y="-1"/>
            <a:ext cx="1602058" cy="1592765"/>
          </a:xfrm>
          <a:prstGeom prst="rect">
            <a:avLst/>
          </a:prstGeom>
        </p:spPr>
      </p:pic>
      <p:pic>
        <p:nvPicPr>
          <p:cNvPr id="13" name="Graphic 6" descr="Open quotation mark outline">
            <a:extLst>
              <a:ext uri="{FF2B5EF4-FFF2-40B4-BE49-F238E27FC236}">
                <a16:creationId xmlns:a16="http://schemas.microsoft.com/office/drawing/2014/main" id="{1B0A1E52-4B54-E702-39EA-2FDB431230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0123068" y="5190808"/>
            <a:ext cx="1602058" cy="1592765"/>
          </a:xfrm>
          <a:prstGeom prst="rect">
            <a:avLst/>
          </a:prstGeom>
        </p:spPr>
      </p:pic>
      <p:sp>
        <p:nvSpPr>
          <p:cNvPr id="14" name="Subtitle 2">
            <a:extLst>
              <a:ext uri="{FF2B5EF4-FFF2-40B4-BE49-F238E27FC236}">
                <a16:creationId xmlns:a16="http://schemas.microsoft.com/office/drawing/2014/main" id="{155AF48D-93E9-E6EC-EAC5-B732F28C4F1A}"/>
              </a:ext>
            </a:extLst>
          </p:cNvPr>
          <p:cNvSpPr>
            <a:spLocks noGrp="1"/>
          </p:cNvSpPr>
          <p:nvPr>
            <p:ph type="subTitle" idx="1"/>
          </p:nvPr>
        </p:nvSpPr>
        <p:spPr>
          <a:xfrm>
            <a:off x="2660904" y="4727448"/>
            <a:ext cx="6766560" cy="1591056"/>
          </a:xfrm>
        </p:spPr>
        <p:txBody>
          <a:bodyPr lIns="91440" tIns="45720" rIns="91440" bIns="45720" anchor="ctr">
            <a:noAutofit/>
          </a:bodyPr>
          <a:lstStyle>
            <a:lvl1pPr marL="0" indent="0" algn="ctr">
              <a:spcBef>
                <a:spcPts val="0"/>
              </a:spcBef>
              <a:buNone/>
              <a:defRPr sz="2400" b="1"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46457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31924-67CB-28AA-2CD5-687CBCB44E3A}"/>
              </a:ext>
            </a:extLst>
          </p:cNvPr>
          <p:cNvSpPr>
            <a:spLocks noGrp="1"/>
          </p:cNvSpPr>
          <p:nvPr>
            <p:ph type="pic" sz="quarter" idx="12"/>
          </p:nvPr>
        </p:nvSpPr>
        <p:spPr>
          <a:xfrm>
            <a:off x="752506" y="2908712"/>
            <a:ext cx="2331720" cy="2167128"/>
          </a:xfrm>
          <a:custGeom>
            <a:avLst/>
            <a:gdLst>
              <a:gd name="connsiteX0" fmla="*/ 535282 w 2324226"/>
              <a:gd name="connsiteY0" fmla="*/ 0 h 2141126"/>
              <a:gd name="connsiteX1" fmla="*/ 2324226 w 2324226"/>
              <a:gd name="connsiteY1" fmla="*/ 0 h 2141126"/>
              <a:gd name="connsiteX2" fmla="*/ 2324226 w 2324226"/>
              <a:gd name="connsiteY2" fmla="*/ 4 h 2141126"/>
              <a:gd name="connsiteX3" fmla="*/ 1788946 w 2324226"/>
              <a:gd name="connsiteY3" fmla="*/ 2141126 h 2141126"/>
              <a:gd name="connsiteX4" fmla="*/ 0 w 2324226"/>
              <a:gd name="connsiteY4" fmla="*/ 2141126 h 2141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226" h="2141126">
                <a:moveTo>
                  <a:pt x="535282" y="0"/>
                </a:moveTo>
                <a:lnTo>
                  <a:pt x="2324226" y="0"/>
                </a:lnTo>
                <a:lnTo>
                  <a:pt x="2324226" y="4"/>
                </a:lnTo>
                <a:lnTo>
                  <a:pt x="1788946" y="2141126"/>
                </a:lnTo>
                <a:lnTo>
                  <a:pt x="0" y="2141126"/>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2" name="Title 1">
            <a:extLst>
              <a:ext uri="{FF2B5EF4-FFF2-40B4-BE49-F238E27FC236}">
                <a16:creationId xmlns:a16="http://schemas.microsoft.com/office/drawing/2014/main" id="{D49B2FAB-5DFD-93F0-4BFE-135A8C339BB2}"/>
              </a:ext>
            </a:extLst>
          </p:cNvPr>
          <p:cNvSpPr>
            <a:spLocks noGrp="1"/>
          </p:cNvSpPr>
          <p:nvPr>
            <p:ph type="title"/>
          </p:nvPr>
        </p:nvSpPr>
        <p:spPr>
          <a:xfrm>
            <a:off x="630936" y="713232"/>
            <a:ext cx="5468112" cy="1435608"/>
          </a:xfrm>
        </p:spPr>
        <p:txBody>
          <a:bodyPr lIns="0" tIns="0" rIns="0" bIns="0" anchor="t">
            <a:noAutofit/>
          </a:bodyPr>
          <a:lstStyle>
            <a:lvl1pPr>
              <a:defRPr sz="5500" cap="all" baseline="0">
                <a:ln w="15875">
                  <a:noFill/>
                </a:ln>
                <a:solidFill>
                  <a:schemeClr val="accent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B5FE009C-9966-E783-9CB7-DEB9BFA1706F}"/>
              </a:ext>
            </a:extLst>
          </p:cNvPr>
          <p:cNvSpPr>
            <a:spLocks noGrp="1"/>
          </p:cNvSpPr>
          <p:nvPr>
            <p:ph type="ftr" sz="quarter" idx="10"/>
          </p:nvPr>
        </p:nvSpPr>
        <p:spPr/>
        <p:txBody>
          <a:bodyPr>
            <a:noAutofit/>
          </a:bodyPr>
          <a:lstStyle/>
          <a:p>
            <a:r>
              <a:rPr lang="en-US" dirty="0"/>
              <a:t>Fitness Presentation</a:t>
            </a:r>
          </a:p>
        </p:txBody>
      </p:sp>
      <p:sp>
        <p:nvSpPr>
          <p:cNvPr id="4" name="Slide Number Placeholder 3">
            <a:extLst>
              <a:ext uri="{FF2B5EF4-FFF2-40B4-BE49-F238E27FC236}">
                <a16:creationId xmlns:a16="http://schemas.microsoft.com/office/drawing/2014/main" id="{855C623F-3EFD-A383-6EFD-529A7DF5FEA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5" name="Parallelogram 4">
            <a:extLst>
              <a:ext uri="{FF2B5EF4-FFF2-40B4-BE49-F238E27FC236}">
                <a16:creationId xmlns:a16="http://schemas.microsoft.com/office/drawing/2014/main" id="{7F325E0F-FFBB-4476-43B8-9D2D928EFE7D}"/>
              </a:ext>
            </a:extLst>
          </p:cNvPr>
          <p:cNvSpPr/>
          <p:nvPr userDrawn="1"/>
        </p:nvSpPr>
        <p:spPr>
          <a:xfrm>
            <a:off x="6344362" y="2985550"/>
            <a:ext cx="2353405" cy="2162266"/>
          </a:xfrm>
          <a:prstGeom prst="parallelogram">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Parallelogram 5">
            <a:extLst>
              <a:ext uri="{FF2B5EF4-FFF2-40B4-BE49-F238E27FC236}">
                <a16:creationId xmlns:a16="http://schemas.microsoft.com/office/drawing/2014/main" id="{F4081149-7668-2C87-E43C-4412E70F4A91}"/>
              </a:ext>
            </a:extLst>
          </p:cNvPr>
          <p:cNvSpPr/>
          <p:nvPr userDrawn="1"/>
        </p:nvSpPr>
        <p:spPr>
          <a:xfrm>
            <a:off x="9189299" y="2985550"/>
            <a:ext cx="2353405" cy="2162266"/>
          </a:xfrm>
          <a:prstGeom prst="parallelogram">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Parallelogram 6">
            <a:extLst>
              <a:ext uri="{FF2B5EF4-FFF2-40B4-BE49-F238E27FC236}">
                <a16:creationId xmlns:a16="http://schemas.microsoft.com/office/drawing/2014/main" id="{492E5EB0-A658-029E-D5D0-BCE1574A221C}"/>
              </a:ext>
            </a:extLst>
          </p:cNvPr>
          <p:cNvSpPr/>
          <p:nvPr userDrawn="1"/>
        </p:nvSpPr>
        <p:spPr>
          <a:xfrm>
            <a:off x="654488" y="2985550"/>
            <a:ext cx="2353405" cy="2162266"/>
          </a:xfrm>
          <a:prstGeom prst="parallelogram">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Parallelogram 7">
            <a:extLst>
              <a:ext uri="{FF2B5EF4-FFF2-40B4-BE49-F238E27FC236}">
                <a16:creationId xmlns:a16="http://schemas.microsoft.com/office/drawing/2014/main" id="{941C4C8C-CA8B-DF1C-4CE4-72AA201276FD}"/>
              </a:ext>
            </a:extLst>
          </p:cNvPr>
          <p:cNvSpPr/>
          <p:nvPr userDrawn="1"/>
        </p:nvSpPr>
        <p:spPr>
          <a:xfrm>
            <a:off x="3499425" y="2985550"/>
            <a:ext cx="2353405" cy="2162266"/>
          </a:xfrm>
          <a:prstGeom prst="parallelogram">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Picture Placeholder 14">
            <a:extLst>
              <a:ext uri="{FF2B5EF4-FFF2-40B4-BE49-F238E27FC236}">
                <a16:creationId xmlns:a16="http://schemas.microsoft.com/office/drawing/2014/main" id="{090C1AB6-97D1-A546-4CDB-581820C3721E}"/>
              </a:ext>
            </a:extLst>
          </p:cNvPr>
          <p:cNvSpPr>
            <a:spLocks noGrp="1"/>
          </p:cNvSpPr>
          <p:nvPr>
            <p:ph type="pic" sz="quarter" idx="13"/>
          </p:nvPr>
        </p:nvSpPr>
        <p:spPr>
          <a:xfrm>
            <a:off x="3595391" y="2908712"/>
            <a:ext cx="2331720" cy="2167128"/>
          </a:xfrm>
          <a:custGeom>
            <a:avLst/>
            <a:gdLst>
              <a:gd name="connsiteX0" fmla="*/ 535282 w 2324226"/>
              <a:gd name="connsiteY0" fmla="*/ 0 h 2141126"/>
              <a:gd name="connsiteX1" fmla="*/ 2324226 w 2324226"/>
              <a:gd name="connsiteY1" fmla="*/ 0 h 2141126"/>
              <a:gd name="connsiteX2" fmla="*/ 2324226 w 2324226"/>
              <a:gd name="connsiteY2" fmla="*/ 4 h 2141126"/>
              <a:gd name="connsiteX3" fmla="*/ 1788946 w 2324226"/>
              <a:gd name="connsiteY3" fmla="*/ 2141126 h 2141126"/>
              <a:gd name="connsiteX4" fmla="*/ 0 w 2324226"/>
              <a:gd name="connsiteY4" fmla="*/ 2141126 h 2141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226" h="2141126">
                <a:moveTo>
                  <a:pt x="535282" y="0"/>
                </a:moveTo>
                <a:lnTo>
                  <a:pt x="2324226" y="0"/>
                </a:lnTo>
                <a:lnTo>
                  <a:pt x="2324226" y="4"/>
                </a:lnTo>
                <a:lnTo>
                  <a:pt x="1788946" y="2141126"/>
                </a:lnTo>
                <a:lnTo>
                  <a:pt x="0" y="2141126"/>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F551A569-6887-AF4A-69C0-04FEFAB0B435}"/>
              </a:ext>
            </a:extLst>
          </p:cNvPr>
          <p:cNvSpPr>
            <a:spLocks noGrp="1"/>
          </p:cNvSpPr>
          <p:nvPr>
            <p:ph type="pic" sz="quarter" idx="14"/>
          </p:nvPr>
        </p:nvSpPr>
        <p:spPr>
          <a:xfrm>
            <a:off x="6438276" y="2908712"/>
            <a:ext cx="2331720" cy="2167128"/>
          </a:xfrm>
          <a:custGeom>
            <a:avLst/>
            <a:gdLst>
              <a:gd name="connsiteX0" fmla="*/ 535282 w 2324226"/>
              <a:gd name="connsiteY0" fmla="*/ 0 h 2141126"/>
              <a:gd name="connsiteX1" fmla="*/ 2324226 w 2324226"/>
              <a:gd name="connsiteY1" fmla="*/ 0 h 2141126"/>
              <a:gd name="connsiteX2" fmla="*/ 2324226 w 2324226"/>
              <a:gd name="connsiteY2" fmla="*/ 4 h 2141126"/>
              <a:gd name="connsiteX3" fmla="*/ 1788946 w 2324226"/>
              <a:gd name="connsiteY3" fmla="*/ 2141126 h 2141126"/>
              <a:gd name="connsiteX4" fmla="*/ 0 w 2324226"/>
              <a:gd name="connsiteY4" fmla="*/ 2141126 h 2141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226" h="2141126">
                <a:moveTo>
                  <a:pt x="535282" y="0"/>
                </a:moveTo>
                <a:lnTo>
                  <a:pt x="2324226" y="0"/>
                </a:lnTo>
                <a:lnTo>
                  <a:pt x="2324226" y="4"/>
                </a:lnTo>
                <a:lnTo>
                  <a:pt x="1788946" y="2141126"/>
                </a:lnTo>
                <a:lnTo>
                  <a:pt x="0" y="2141126"/>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17" name="Picture Placeholder 16">
            <a:extLst>
              <a:ext uri="{FF2B5EF4-FFF2-40B4-BE49-F238E27FC236}">
                <a16:creationId xmlns:a16="http://schemas.microsoft.com/office/drawing/2014/main" id="{2A43DE41-07D6-C365-F274-A56FE59E1C39}"/>
              </a:ext>
            </a:extLst>
          </p:cNvPr>
          <p:cNvSpPr>
            <a:spLocks noGrp="1"/>
          </p:cNvSpPr>
          <p:nvPr>
            <p:ph type="pic" sz="quarter" idx="15"/>
          </p:nvPr>
        </p:nvSpPr>
        <p:spPr>
          <a:xfrm>
            <a:off x="9281160" y="2908712"/>
            <a:ext cx="2331720" cy="2167128"/>
          </a:xfrm>
          <a:custGeom>
            <a:avLst/>
            <a:gdLst>
              <a:gd name="connsiteX0" fmla="*/ 535282 w 2324226"/>
              <a:gd name="connsiteY0" fmla="*/ 0 h 2141126"/>
              <a:gd name="connsiteX1" fmla="*/ 2324226 w 2324226"/>
              <a:gd name="connsiteY1" fmla="*/ 0 h 2141126"/>
              <a:gd name="connsiteX2" fmla="*/ 2324226 w 2324226"/>
              <a:gd name="connsiteY2" fmla="*/ 4 h 2141126"/>
              <a:gd name="connsiteX3" fmla="*/ 1788946 w 2324226"/>
              <a:gd name="connsiteY3" fmla="*/ 2141126 h 2141126"/>
              <a:gd name="connsiteX4" fmla="*/ 0 w 2324226"/>
              <a:gd name="connsiteY4" fmla="*/ 2141126 h 2141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226" h="2141126">
                <a:moveTo>
                  <a:pt x="535282" y="0"/>
                </a:moveTo>
                <a:lnTo>
                  <a:pt x="2324226" y="0"/>
                </a:lnTo>
                <a:lnTo>
                  <a:pt x="2324226" y="4"/>
                </a:lnTo>
                <a:lnTo>
                  <a:pt x="1788946" y="2141126"/>
                </a:lnTo>
                <a:lnTo>
                  <a:pt x="0" y="2141126"/>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34C40CC6-4591-55BF-FD47-0E28F9C831BE}"/>
              </a:ext>
            </a:extLst>
          </p:cNvPr>
          <p:cNvSpPr>
            <a:spLocks noGrp="1"/>
          </p:cNvSpPr>
          <p:nvPr>
            <p:ph type="body" sz="quarter" idx="16"/>
          </p:nvPr>
        </p:nvSpPr>
        <p:spPr>
          <a:xfrm>
            <a:off x="621792" y="5422392"/>
            <a:ext cx="2340864" cy="274320"/>
          </a:xfrm>
        </p:spPr>
        <p:txBody>
          <a:bodyPr lIns="0" tIns="0" rIns="0" bIns="0" anchor="t">
            <a:noAutofit/>
          </a:bodyPr>
          <a:lstStyle>
            <a:lvl1pPr marL="0" indent="0" algn="l">
              <a:lnSpc>
                <a:spcPct val="100000"/>
              </a:lnSpc>
              <a:spcBef>
                <a:spcPts val="0"/>
              </a:spcBef>
              <a:buFont typeface="Arial" panose="020B0604020202020204" pitchFamily="34" charset="0"/>
              <a:buNone/>
              <a:defRPr sz="1600" b="1" cap="all" spc="100" baseline="0">
                <a:latin typeface="+mn-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F450C7AB-27EC-6384-E4E4-3C73E497DB01}"/>
              </a:ext>
            </a:extLst>
          </p:cNvPr>
          <p:cNvSpPr>
            <a:spLocks noGrp="1"/>
          </p:cNvSpPr>
          <p:nvPr>
            <p:ph type="body" sz="quarter" idx="17"/>
          </p:nvPr>
        </p:nvSpPr>
        <p:spPr>
          <a:xfrm>
            <a:off x="621792" y="5733288"/>
            <a:ext cx="2340864" cy="274638"/>
          </a:xfrm>
        </p:spPr>
        <p:txBody>
          <a:bodyPr lIns="0" tIns="0" rIns="0" bIns="0" anchor="t">
            <a:noAutofit/>
          </a:bodyPr>
          <a:lstStyle>
            <a:lvl1pPr marL="0" indent="0" algn="l">
              <a:lnSpc>
                <a:spcPct val="100000"/>
              </a:lnSpc>
              <a:spcBef>
                <a:spcPts val="0"/>
              </a:spcBef>
              <a:buFont typeface="Arial" panose="020B0604020202020204" pitchFamily="34" charset="0"/>
              <a:buNone/>
              <a:defRPr sz="1400" spc="80" baseline="0"/>
            </a:lvl1pPr>
          </a:lstStyle>
          <a:p>
            <a:pPr lvl="0"/>
            <a:r>
              <a:rPr lang="en-US"/>
              <a:t>Click to edit Master text styles</a:t>
            </a:r>
          </a:p>
        </p:txBody>
      </p:sp>
      <p:sp>
        <p:nvSpPr>
          <p:cNvPr id="20" name="Text Placeholder 11">
            <a:extLst>
              <a:ext uri="{FF2B5EF4-FFF2-40B4-BE49-F238E27FC236}">
                <a16:creationId xmlns:a16="http://schemas.microsoft.com/office/drawing/2014/main" id="{1F12C028-16B0-8E76-94E3-D70BAA13B706}"/>
              </a:ext>
            </a:extLst>
          </p:cNvPr>
          <p:cNvSpPr>
            <a:spLocks noGrp="1"/>
          </p:cNvSpPr>
          <p:nvPr>
            <p:ph type="body" sz="quarter" idx="18"/>
          </p:nvPr>
        </p:nvSpPr>
        <p:spPr>
          <a:xfrm>
            <a:off x="3465576" y="5422392"/>
            <a:ext cx="2340864" cy="274320"/>
          </a:xfrm>
        </p:spPr>
        <p:txBody>
          <a:bodyPr lIns="0" tIns="0" rIns="0" bIns="0" anchor="t">
            <a:noAutofit/>
          </a:bodyPr>
          <a:lstStyle>
            <a:lvl1pPr marL="0" indent="0" algn="l">
              <a:lnSpc>
                <a:spcPct val="100000"/>
              </a:lnSpc>
              <a:spcBef>
                <a:spcPts val="0"/>
              </a:spcBef>
              <a:buFont typeface="Arial" panose="020B0604020202020204" pitchFamily="34" charset="0"/>
              <a:buNone/>
              <a:defRPr sz="1600" b="1" cap="all" spc="100" baseline="0">
                <a:latin typeface="+mn-lt"/>
              </a:defRPr>
            </a:lvl1pPr>
          </a:lstStyle>
          <a:p>
            <a:pPr lvl="0"/>
            <a:r>
              <a:rPr lang="en-US"/>
              <a:t>Click to edit Master text styles</a:t>
            </a:r>
          </a:p>
        </p:txBody>
      </p:sp>
      <p:sp>
        <p:nvSpPr>
          <p:cNvPr id="21" name="Text Placeholder 11">
            <a:extLst>
              <a:ext uri="{FF2B5EF4-FFF2-40B4-BE49-F238E27FC236}">
                <a16:creationId xmlns:a16="http://schemas.microsoft.com/office/drawing/2014/main" id="{B9FC0685-4E19-6701-97D2-E725CD514DB8}"/>
              </a:ext>
            </a:extLst>
          </p:cNvPr>
          <p:cNvSpPr>
            <a:spLocks noGrp="1"/>
          </p:cNvSpPr>
          <p:nvPr>
            <p:ph type="body" sz="quarter" idx="19"/>
          </p:nvPr>
        </p:nvSpPr>
        <p:spPr>
          <a:xfrm>
            <a:off x="3465576" y="5733288"/>
            <a:ext cx="2340864" cy="274638"/>
          </a:xfrm>
        </p:spPr>
        <p:txBody>
          <a:bodyPr lIns="0" tIns="0" rIns="0" bIns="0" anchor="t">
            <a:noAutofit/>
          </a:bodyPr>
          <a:lstStyle>
            <a:lvl1pPr marL="0" indent="0" algn="l">
              <a:lnSpc>
                <a:spcPct val="100000"/>
              </a:lnSpc>
              <a:spcBef>
                <a:spcPts val="0"/>
              </a:spcBef>
              <a:buFont typeface="Arial" panose="020B0604020202020204" pitchFamily="34" charset="0"/>
              <a:buNone/>
              <a:defRPr sz="1400" spc="80" baseline="0"/>
            </a:lvl1pPr>
          </a:lstStyle>
          <a:p>
            <a:pPr lvl="0"/>
            <a:r>
              <a:rPr lang="en-US"/>
              <a:t>Click to edit Master text styles</a:t>
            </a:r>
          </a:p>
        </p:txBody>
      </p:sp>
      <p:sp>
        <p:nvSpPr>
          <p:cNvPr id="22" name="Text Placeholder 11">
            <a:extLst>
              <a:ext uri="{FF2B5EF4-FFF2-40B4-BE49-F238E27FC236}">
                <a16:creationId xmlns:a16="http://schemas.microsoft.com/office/drawing/2014/main" id="{B32DF73F-AB65-F574-3868-8473DFC2A7B7}"/>
              </a:ext>
            </a:extLst>
          </p:cNvPr>
          <p:cNvSpPr>
            <a:spLocks noGrp="1"/>
          </p:cNvSpPr>
          <p:nvPr>
            <p:ph type="body" sz="quarter" idx="20"/>
          </p:nvPr>
        </p:nvSpPr>
        <p:spPr>
          <a:xfrm>
            <a:off x="6309360" y="5422392"/>
            <a:ext cx="2340864" cy="274320"/>
          </a:xfrm>
        </p:spPr>
        <p:txBody>
          <a:bodyPr lIns="0" tIns="0" rIns="0" bIns="0" anchor="t">
            <a:noAutofit/>
          </a:bodyPr>
          <a:lstStyle>
            <a:lvl1pPr marL="0" indent="0" algn="l">
              <a:lnSpc>
                <a:spcPct val="100000"/>
              </a:lnSpc>
              <a:spcBef>
                <a:spcPts val="0"/>
              </a:spcBef>
              <a:buFont typeface="Arial" panose="020B0604020202020204" pitchFamily="34" charset="0"/>
              <a:buNone/>
              <a:defRPr sz="1600" b="1" cap="all" spc="100" baseline="0">
                <a:latin typeface="+mn-lt"/>
              </a:defRPr>
            </a:lvl1pPr>
          </a:lstStyle>
          <a:p>
            <a:pPr lvl="0"/>
            <a:r>
              <a:rPr lang="en-US"/>
              <a:t>Click to edit Master text styles</a:t>
            </a:r>
          </a:p>
        </p:txBody>
      </p:sp>
      <p:sp>
        <p:nvSpPr>
          <p:cNvPr id="23" name="Text Placeholder 11">
            <a:extLst>
              <a:ext uri="{FF2B5EF4-FFF2-40B4-BE49-F238E27FC236}">
                <a16:creationId xmlns:a16="http://schemas.microsoft.com/office/drawing/2014/main" id="{7AE61294-AE0F-FD37-A192-24B9AED9E7FA}"/>
              </a:ext>
            </a:extLst>
          </p:cNvPr>
          <p:cNvSpPr>
            <a:spLocks noGrp="1"/>
          </p:cNvSpPr>
          <p:nvPr>
            <p:ph type="body" sz="quarter" idx="21"/>
          </p:nvPr>
        </p:nvSpPr>
        <p:spPr>
          <a:xfrm>
            <a:off x="6309360" y="5733288"/>
            <a:ext cx="2340864" cy="274638"/>
          </a:xfrm>
        </p:spPr>
        <p:txBody>
          <a:bodyPr lIns="0" tIns="0" rIns="0" bIns="0" anchor="t">
            <a:noAutofit/>
          </a:bodyPr>
          <a:lstStyle>
            <a:lvl1pPr marL="0" indent="0" algn="l">
              <a:lnSpc>
                <a:spcPct val="100000"/>
              </a:lnSpc>
              <a:spcBef>
                <a:spcPts val="0"/>
              </a:spcBef>
              <a:buFont typeface="Arial" panose="020B0604020202020204" pitchFamily="34" charset="0"/>
              <a:buNone/>
              <a:defRPr sz="1400" spc="80" baseline="0"/>
            </a:lvl1pPr>
          </a:lstStyle>
          <a:p>
            <a:pPr lvl="0"/>
            <a:r>
              <a:rPr lang="en-US"/>
              <a:t>Click to edit Master text styles</a:t>
            </a:r>
          </a:p>
        </p:txBody>
      </p:sp>
      <p:sp>
        <p:nvSpPr>
          <p:cNvPr id="24" name="Text Placeholder 11">
            <a:extLst>
              <a:ext uri="{FF2B5EF4-FFF2-40B4-BE49-F238E27FC236}">
                <a16:creationId xmlns:a16="http://schemas.microsoft.com/office/drawing/2014/main" id="{A9811CA8-206B-8729-28D2-11B5F8275785}"/>
              </a:ext>
            </a:extLst>
          </p:cNvPr>
          <p:cNvSpPr>
            <a:spLocks noGrp="1"/>
          </p:cNvSpPr>
          <p:nvPr>
            <p:ph type="body" sz="quarter" idx="22"/>
          </p:nvPr>
        </p:nvSpPr>
        <p:spPr>
          <a:xfrm>
            <a:off x="9153144" y="5422392"/>
            <a:ext cx="2340864" cy="274320"/>
          </a:xfrm>
        </p:spPr>
        <p:txBody>
          <a:bodyPr lIns="0" tIns="0" rIns="0" bIns="0" anchor="t">
            <a:noAutofit/>
          </a:bodyPr>
          <a:lstStyle>
            <a:lvl1pPr marL="0" indent="0" algn="l">
              <a:lnSpc>
                <a:spcPct val="100000"/>
              </a:lnSpc>
              <a:spcBef>
                <a:spcPts val="0"/>
              </a:spcBef>
              <a:buFont typeface="Arial" panose="020B0604020202020204" pitchFamily="34" charset="0"/>
              <a:buNone/>
              <a:defRPr sz="1600" b="1" cap="all" spc="100" baseline="0">
                <a:latin typeface="+mn-lt"/>
              </a:defRPr>
            </a:lvl1pPr>
          </a:lstStyle>
          <a:p>
            <a:pPr lvl="0"/>
            <a:r>
              <a:rPr lang="en-US"/>
              <a:t>Click to edit Master text styles</a:t>
            </a:r>
          </a:p>
        </p:txBody>
      </p:sp>
      <p:sp>
        <p:nvSpPr>
          <p:cNvPr id="25" name="Text Placeholder 11">
            <a:extLst>
              <a:ext uri="{FF2B5EF4-FFF2-40B4-BE49-F238E27FC236}">
                <a16:creationId xmlns:a16="http://schemas.microsoft.com/office/drawing/2014/main" id="{EC9E02F9-887E-4842-4BDD-DE7C0B25BAE2}"/>
              </a:ext>
            </a:extLst>
          </p:cNvPr>
          <p:cNvSpPr>
            <a:spLocks noGrp="1"/>
          </p:cNvSpPr>
          <p:nvPr>
            <p:ph type="body" sz="quarter" idx="23"/>
          </p:nvPr>
        </p:nvSpPr>
        <p:spPr>
          <a:xfrm>
            <a:off x="9153144" y="5733288"/>
            <a:ext cx="2340864" cy="274638"/>
          </a:xfrm>
        </p:spPr>
        <p:txBody>
          <a:bodyPr lIns="0" tIns="0" rIns="0" bIns="0" anchor="t">
            <a:noAutofit/>
          </a:bodyPr>
          <a:lstStyle>
            <a:lvl1pPr marL="0" indent="0" algn="l">
              <a:lnSpc>
                <a:spcPct val="100000"/>
              </a:lnSpc>
              <a:spcBef>
                <a:spcPts val="0"/>
              </a:spcBef>
              <a:buFont typeface="Arial" panose="020B0604020202020204" pitchFamily="34" charset="0"/>
              <a:buNone/>
              <a:defRPr sz="1400" spc="80" baseline="0"/>
            </a:lvl1pPr>
          </a:lstStyle>
          <a:p>
            <a:pPr lvl="0"/>
            <a:r>
              <a:rPr lang="en-US"/>
              <a:t>Click to edit Master text styles</a:t>
            </a:r>
          </a:p>
        </p:txBody>
      </p:sp>
    </p:spTree>
    <p:extLst>
      <p:ext uri="{BB962C8B-B14F-4D97-AF65-F5344CB8AC3E}">
        <p14:creationId xmlns:p14="http://schemas.microsoft.com/office/powerpoint/2010/main" val="696507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42" name="Picture Placeholder 41">
            <a:extLst>
              <a:ext uri="{FF2B5EF4-FFF2-40B4-BE49-F238E27FC236}">
                <a16:creationId xmlns:a16="http://schemas.microsoft.com/office/drawing/2014/main" id="{8CD08B2E-1A27-1339-B056-40F503A020D3}"/>
              </a:ext>
            </a:extLst>
          </p:cNvPr>
          <p:cNvSpPr>
            <a:spLocks noGrp="1"/>
          </p:cNvSpPr>
          <p:nvPr>
            <p:ph type="pic" sz="quarter" idx="12"/>
          </p:nvPr>
        </p:nvSpPr>
        <p:spPr>
          <a:xfrm>
            <a:off x="848178" y="250985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2" name="Title 1">
            <a:extLst>
              <a:ext uri="{FF2B5EF4-FFF2-40B4-BE49-F238E27FC236}">
                <a16:creationId xmlns:a16="http://schemas.microsoft.com/office/drawing/2014/main" id="{D49B2FAB-5DFD-93F0-4BFE-135A8C339BB2}"/>
              </a:ext>
            </a:extLst>
          </p:cNvPr>
          <p:cNvSpPr>
            <a:spLocks noGrp="1"/>
          </p:cNvSpPr>
          <p:nvPr>
            <p:ph type="title"/>
          </p:nvPr>
        </p:nvSpPr>
        <p:spPr>
          <a:xfrm>
            <a:off x="630936" y="713232"/>
            <a:ext cx="7260336" cy="1417320"/>
          </a:xfrm>
        </p:spPr>
        <p:txBody>
          <a:bodyPr lIns="0" tIns="0" rIns="0" bIns="0" anchor="t">
            <a:noAutofit/>
          </a:bodyPr>
          <a:lstStyle>
            <a:lvl1pPr>
              <a:defRPr sz="5500" cap="all" baseline="0">
                <a:ln w="15875">
                  <a:noFill/>
                </a:ln>
                <a:solidFill>
                  <a:schemeClr val="accent1"/>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B5FE009C-9966-E783-9CB7-DEB9BFA1706F}"/>
              </a:ext>
            </a:extLst>
          </p:cNvPr>
          <p:cNvSpPr>
            <a:spLocks noGrp="1"/>
          </p:cNvSpPr>
          <p:nvPr>
            <p:ph type="ftr" sz="quarter" idx="10"/>
          </p:nvPr>
        </p:nvSpPr>
        <p:spPr/>
        <p:txBody>
          <a:bodyPr>
            <a:noAutofit/>
          </a:bodyPr>
          <a:lstStyle/>
          <a:p>
            <a:r>
              <a:rPr lang="en-US" dirty="0"/>
              <a:t>Fitness Presentation</a:t>
            </a:r>
          </a:p>
        </p:txBody>
      </p:sp>
      <p:sp>
        <p:nvSpPr>
          <p:cNvPr id="4" name="Slide Number Placeholder 3">
            <a:extLst>
              <a:ext uri="{FF2B5EF4-FFF2-40B4-BE49-F238E27FC236}">
                <a16:creationId xmlns:a16="http://schemas.microsoft.com/office/drawing/2014/main" id="{855C623F-3EFD-A383-6EFD-529A7DF5FEA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3" name="Picture Placeholder 42">
            <a:extLst>
              <a:ext uri="{FF2B5EF4-FFF2-40B4-BE49-F238E27FC236}">
                <a16:creationId xmlns:a16="http://schemas.microsoft.com/office/drawing/2014/main" id="{0955D11F-6341-A8CE-C7B8-E0D11689EC3F}"/>
              </a:ext>
            </a:extLst>
          </p:cNvPr>
          <p:cNvSpPr>
            <a:spLocks noGrp="1"/>
          </p:cNvSpPr>
          <p:nvPr>
            <p:ph type="pic" sz="quarter" idx="13"/>
          </p:nvPr>
        </p:nvSpPr>
        <p:spPr>
          <a:xfrm>
            <a:off x="3757900" y="250985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44" name="Picture Placeholder 43">
            <a:extLst>
              <a:ext uri="{FF2B5EF4-FFF2-40B4-BE49-F238E27FC236}">
                <a16:creationId xmlns:a16="http://schemas.microsoft.com/office/drawing/2014/main" id="{5D408B46-3F0C-8348-6990-1A9B5E060679}"/>
              </a:ext>
            </a:extLst>
          </p:cNvPr>
          <p:cNvSpPr>
            <a:spLocks noGrp="1"/>
          </p:cNvSpPr>
          <p:nvPr>
            <p:ph type="pic" sz="quarter" idx="14"/>
          </p:nvPr>
        </p:nvSpPr>
        <p:spPr>
          <a:xfrm>
            <a:off x="6667622" y="250985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45" name="Picture Placeholder 44">
            <a:extLst>
              <a:ext uri="{FF2B5EF4-FFF2-40B4-BE49-F238E27FC236}">
                <a16:creationId xmlns:a16="http://schemas.microsoft.com/office/drawing/2014/main" id="{E49EA0B6-BDA2-7C47-3BF4-B0183E16ED2B}"/>
              </a:ext>
            </a:extLst>
          </p:cNvPr>
          <p:cNvSpPr>
            <a:spLocks noGrp="1"/>
          </p:cNvSpPr>
          <p:nvPr>
            <p:ph type="pic" sz="quarter" idx="15"/>
          </p:nvPr>
        </p:nvSpPr>
        <p:spPr>
          <a:xfrm>
            <a:off x="9577344" y="250985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34C40CC6-4591-55BF-FD47-0E28F9C831BE}"/>
              </a:ext>
            </a:extLst>
          </p:cNvPr>
          <p:cNvSpPr>
            <a:spLocks noGrp="1"/>
          </p:cNvSpPr>
          <p:nvPr>
            <p:ph type="body" sz="quarter" idx="16"/>
          </p:nvPr>
        </p:nvSpPr>
        <p:spPr>
          <a:xfrm>
            <a:off x="630936" y="35021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F450C7AB-27EC-6384-E4E4-3C73E497DB01}"/>
              </a:ext>
            </a:extLst>
          </p:cNvPr>
          <p:cNvSpPr>
            <a:spLocks noGrp="1"/>
          </p:cNvSpPr>
          <p:nvPr>
            <p:ph type="body" sz="quarter" idx="17"/>
          </p:nvPr>
        </p:nvSpPr>
        <p:spPr>
          <a:xfrm>
            <a:off x="630936" y="3849624"/>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20" name="Text Placeholder 11">
            <a:extLst>
              <a:ext uri="{FF2B5EF4-FFF2-40B4-BE49-F238E27FC236}">
                <a16:creationId xmlns:a16="http://schemas.microsoft.com/office/drawing/2014/main" id="{1F12C028-16B0-8E76-94E3-D70BAA13B706}"/>
              </a:ext>
            </a:extLst>
          </p:cNvPr>
          <p:cNvSpPr>
            <a:spLocks noGrp="1"/>
          </p:cNvSpPr>
          <p:nvPr>
            <p:ph type="body" sz="quarter" idx="18"/>
          </p:nvPr>
        </p:nvSpPr>
        <p:spPr>
          <a:xfrm>
            <a:off x="3538728" y="35021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21" name="Text Placeholder 11">
            <a:extLst>
              <a:ext uri="{FF2B5EF4-FFF2-40B4-BE49-F238E27FC236}">
                <a16:creationId xmlns:a16="http://schemas.microsoft.com/office/drawing/2014/main" id="{B9FC0685-4E19-6701-97D2-E725CD514DB8}"/>
              </a:ext>
            </a:extLst>
          </p:cNvPr>
          <p:cNvSpPr>
            <a:spLocks noGrp="1"/>
          </p:cNvSpPr>
          <p:nvPr>
            <p:ph type="body" sz="quarter" idx="19"/>
          </p:nvPr>
        </p:nvSpPr>
        <p:spPr>
          <a:xfrm>
            <a:off x="3538728" y="3849624"/>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22" name="Text Placeholder 11">
            <a:extLst>
              <a:ext uri="{FF2B5EF4-FFF2-40B4-BE49-F238E27FC236}">
                <a16:creationId xmlns:a16="http://schemas.microsoft.com/office/drawing/2014/main" id="{B32DF73F-AB65-F574-3868-8473DFC2A7B7}"/>
              </a:ext>
            </a:extLst>
          </p:cNvPr>
          <p:cNvSpPr>
            <a:spLocks noGrp="1"/>
          </p:cNvSpPr>
          <p:nvPr>
            <p:ph type="body" sz="quarter" idx="20"/>
          </p:nvPr>
        </p:nvSpPr>
        <p:spPr>
          <a:xfrm>
            <a:off x="6446520" y="35021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23" name="Text Placeholder 11">
            <a:extLst>
              <a:ext uri="{FF2B5EF4-FFF2-40B4-BE49-F238E27FC236}">
                <a16:creationId xmlns:a16="http://schemas.microsoft.com/office/drawing/2014/main" id="{7AE61294-AE0F-FD37-A192-24B9AED9E7FA}"/>
              </a:ext>
            </a:extLst>
          </p:cNvPr>
          <p:cNvSpPr>
            <a:spLocks noGrp="1"/>
          </p:cNvSpPr>
          <p:nvPr>
            <p:ph type="body" sz="quarter" idx="21"/>
          </p:nvPr>
        </p:nvSpPr>
        <p:spPr>
          <a:xfrm>
            <a:off x="6446520" y="3849624"/>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24" name="Text Placeholder 11">
            <a:extLst>
              <a:ext uri="{FF2B5EF4-FFF2-40B4-BE49-F238E27FC236}">
                <a16:creationId xmlns:a16="http://schemas.microsoft.com/office/drawing/2014/main" id="{A9811CA8-206B-8729-28D2-11B5F8275785}"/>
              </a:ext>
            </a:extLst>
          </p:cNvPr>
          <p:cNvSpPr>
            <a:spLocks noGrp="1"/>
          </p:cNvSpPr>
          <p:nvPr>
            <p:ph type="body" sz="quarter" idx="22"/>
          </p:nvPr>
        </p:nvSpPr>
        <p:spPr>
          <a:xfrm>
            <a:off x="9354312" y="35021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25" name="Text Placeholder 11">
            <a:extLst>
              <a:ext uri="{FF2B5EF4-FFF2-40B4-BE49-F238E27FC236}">
                <a16:creationId xmlns:a16="http://schemas.microsoft.com/office/drawing/2014/main" id="{EC9E02F9-887E-4842-4BDD-DE7C0B25BAE2}"/>
              </a:ext>
            </a:extLst>
          </p:cNvPr>
          <p:cNvSpPr>
            <a:spLocks noGrp="1"/>
          </p:cNvSpPr>
          <p:nvPr>
            <p:ph type="body" sz="quarter" idx="23"/>
          </p:nvPr>
        </p:nvSpPr>
        <p:spPr>
          <a:xfrm>
            <a:off x="9354312" y="3849624"/>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9" name="Freeform 13">
            <a:extLst>
              <a:ext uri="{FF2B5EF4-FFF2-40B4-BE49-F238E27FC236}">
                <a16:creationId xmlns:a16="http://schemas.microsoft.com/office/drawing/2014/main" id="{F149B342-A3F4-6E89-B4C6-2B522C9BF03B}"/>
              </a:ext>
            </a:extLst>
          </p:cNvPr>
          <p:cNvSpPr/>
          <p:nvPr userDrawn="1"/>
        </p:nvSpPr>
        <p:spPr>
          <a:xfrm>
            <a:off x="7887809" y="-23198"/>
            <a:ext cx="3204758" cy="257567"/>
          </a:xfrm>
          <a:custGeom>
            <a:avLst/>
            <a:gdLst>
              <a:gd name="connsiteX0" fmla="*/ 64392 w 3204758"/>
              <a:gd name="connsiteY0" fmla="*/ 0 h 257567"/>
              <a:gd name="connsiteX1" fmla="*/ 3204758 w 3204758"/>
              <a:gd name="connsiteY1" fmla="*/ 0 h 257567"/>
              <a:gd name="connsiteX2" fmla="*/ 3140366 w 3204758"/>
              <a:gd name="connsiteY2" fmla="*/ 257567 h 257567"/>
              <a:gd name="connsiteX3" fmla="*/ 0 w 3204758"/>
              <a:gd name="connsiteY3" fmla="*/ 257567 h 257567"/>
            </a:gdLst>
            <a:ahLst/>
            <a:cxnLst>
              <a:cxn ang="0">
                <a:pos x="connsiteX0" y="connsiteY0"/>
              </a:cxn>
              <a:cxn ang="0">
                <a:pos x="connsiteX1" y="connsiteY1"/>
              </a:cxn>
              <a:cxn ang="0">
                <a:pos x="connsiteX2" y="connsiteY2"/>
              </a:cxn>
              <a:cxn ang="0">
                <a:pos x="connsiteX3" y="connsiteY3"/>
              </a:cxn>
            </a:cxnLst>
            <a:rect l="l" t="t" r="r" b="b"/>
            <a:pathLst>
              <a:path w="3204758" h="257567">
                <a:moveTo>
                  <a:pt x="64392" y="0"/>
                </a:moveTo>
                <a:lnTo>
                  <a:pt x="3204758" y="0"/>
                </a:lnTo>
                <a:lnTo>
                  <a:pt x="3140366" y="257567"/>
                </a:lnTo>
                <a:lnTo>
                  <a:pt x="0" y="2575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Parallelogram 29">
            <a:extLst>
              <a:ext uri="{FF2B5EF4-FFF2-40B4-BE49-F238E27FC236}">
                <a16:creationId xmlns:a16="http://schemas.microsoft.com/office/drawing/2014/main" id="{D447C9B3-7A22-F930-6CED-FB28EED0CCF5}"/>
              </a:ext>
            </a:extLst>
          </p:cNvPr>
          <p:cNvSpPr/>
          <p:nvPr userDrawn="1"/>
        </p:nvSpPr>
        <p:spPr>
          <a:xfrm>
            <a:off x="758082" y="2576622"/>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Parallelogram 30">
            <a:extLst>
              <a:ext uri="{FF2B5EF4-FFF2-40B4-BE49-F238E27FC236}">
                <a16:creationId xmlns:a16="http://schemas.microsoft.com/office/drawing/2014/main" id="{5972FF33-52A0-D38A-FAB1-FA692E78FBF1}"/>
              </a:ext>
            </a:extLst>
          </p:cNvPr>
          <p:cNvSpPr/>
          <p:nvPr userDrawn="1"/>
        </p:nvSpPr>
        <p:spPr>
          <a:xfrm>
            <a:off x="9487248" y="2576622"/>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2" name="Parallelogram 31">
            <a:extLst>
              <a:ext uri="{FF2B5EF4-FFF2-40B4-BE49-F238E27FC236}">
                <a16:creationId xmlns:a16="http://schemas.microsoft.com/office/drawing/2014/main" id="{F3F993CE-FEDE-89EE-7CD3-77BAA7847DC2}"/>
              </a:ext>
            </a:extLst>
          </p:cNvPr>
          <p:cNvSpPr/>
          <p:nvPr userDrawn="1"/>
        </p:nvSpPr>
        <p:spPr>
          <a:xfrm>
            <a:off x="6577526" y="2576622"/>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3" name="Parallelogram 32">
            <a:extLst>
              <a:ext uri="{FF2B5EF4-FFF2-40B4-BE49-F238E27FC236}">
                <a16:creationId xmlns:a16="http://schemas.microsoft.com/office/drawing/2014/main" id="{0E731F75-2A89-DA64-7A14-610DBF8F1ED8}"/>
              </a:ext>
            </a:extLst>
          </p:cNvPr>
          <p:cNvSpPr/>
          <p:nvPr userDrawn="1"/>
        </p:nvSpPr>
        <p:spPr>
          <a:xfrm>
            <a:off x="3667804" y="2576622"/>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4" name="Parallelogram 33">
            <a:extLst>
              <a:ext uri="{FF2B5EF4-FFF2-40B4-BE49-F238E27FC236}">
                <a16:creationId xmlns:a16="http://schemas.microsoft.com/office/drawing/2014/main" id="{DCCA3906-052B-CF79-628E-5E0C081BE400}"/>
              </a:ext>
            </a:extLst>
          </p:cNvPr>
          <p:cNvSpPr/>
          <p:nvPr userDrawn="1"/>
        </p:nvSpPr>
        <p:spPr>
          <a:xfrm>
            <a:off x="758082" y="4378528"/>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5" name="Parallelogram 34">
            <a:extLst>
              <a:ext uri="{FF2B5EF4-FFF2-40B4-BE49-F238E27FC236}">
                <a16:creationId xmlns:a16="http://schemas.microsoft.com/office/drawing/2014/main" id="{F9B6B24C-61B3-0F91-EC83-84A297108592}"/>
              </a:ext>
            </a:extLst>
          </p:cNvPr>
          <p:cNvSpPr/>
          <p:nvPr userDrawn="1"/>
        </p:nvSpPr>
        <p:spPr>
          <a:xfrm>
            <a:off x="9487248" y="4378528"/>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Parallelogram 35">
            <a:extLst>
              <a:ext uri="{FF2B5EF4-FFF2-40B4-BE49-F238E27FC236}">
                <a16:creationId xmlns:a16="http://schemas.microsoft.com/office/drawing/2014/main" id="{7AC13754-D48E-AAF0-992F-594A4EE28D8B}"/>
              </a:ext>
            </a:extLst>
          </p:cNvPr>
          <p:cNvSpPr/>
          <p:nvPr userDrawn="1"/>
        </p:nvSpPr>
        <p:spPr>
          <a:xfrm>
            <a:off x="6577526" y="4378528"/>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7" name="Parallelogram 36">
            <a:extLst>
              <a:ext uri="{FF2B5EF4-FFF2-40B4-BE49-F238E27FC236}">
                <a16:creationId xmlns:a16="http://schemas.microsoft.com/office/drawing/2014/main" id="{1E82208D-CAFA-8B11-D4E8-2420C1CD863A}"/>
              </a:ext>
            </a:extLst>
          </p:cNvPr>
          <p:cNvSpPr/>
          <p:nvPr userDrawn="1"/>
        </p:nvSpPr>
        <p:spPr>
          <a:xfrm>
            <a:off x="3667804" y="4378528"/>
            <a:ext cx="1969645" cy="913884"/>
          </a:xfrm>
          <a:prstGeom prst="parallelogram">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Picture Placeholder 45">
            <a:extLst>
              <a:ext uri="{FF2B5EF4-FFF2-40B4-BE49-F238E27FC236}">
                <a16:creationId xmlns:a16="http://schemas.microsoft.com/office/drawing/2014/main" id="{76E7F0BA-340A-70F3-47FB-B6E9D8A79183}"/>
              </a:ext>
            </a:extLst>
          </p:cNvPr>
          <p:cNvSpPr>
            <a:spLocks noGrp="1"/>
          </p:cNvSpPr>
          <p:nvPr>
            <p:ph type="pic" sz="quarter" idx="24"/>
          </p:nvPr>
        </p:nvSpPr>
        <p:spPr>
          <a:xfrm>
            <a:off x="848178" y="431596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48" name="Picture Placeholder 47">
            <a:extLst>
              <a:ext uri="{FF2B5EF4-FFF2-40B4-BE49-F238E27FC236}">
                <a16:creationId xmlns:a16="http://schemas.microsoft.com/office/drawing/2014/main" id="{4E816629-DA97-E685-40F4-768F366FE6D8}"/>
              </a:ext>
            </a:extLst>
          </p:cNvPr>
          <p:cNvSpPr>
            <a:spLocks noGrp="1"/>
          </p:cNvSpPr>
          <p:nvPr>
            <p:ph type="pic" sz="quarter" idx="25"/>
          </p:nvPr>
        </p:nvSpPr>
        <p:spPr>
          <a:xfrm>
            <a:off x="3757900" y="431596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49" name="Picture Placeholder 48">
            <a:extLst>
              <a:ext uri="{FF2B5EF4-FFF2-40B4-BE49-F238E27FC236}">
                <a16:creationId xmlns:a16="http://schemas.microsoft.com/office/drawing/2014/main" id="{A23D1D51-C141-0DE8-9FCE-41630611B206}"/>
              </a:ext>
            </a:extLst>
          </p:cNvPr>
          <p:cNvSpPr>
            <a:spLocks noGrp="1"/>
          </p:cNvSpPr>
          <p:nvPr>
            <p:ph type="pic" sz="quarter" idx="26"/>
          </p:nvPr>
        </p:nvSpPr>
        <p:spPr>
          <a:xfrm>
            <a:off x="6667622" y="431596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50" name="Picture Placeholder 49">
            <a:extLst>
              <a:ext uri="{FF2B5EF4-FFF2-40B4-BE49-F238E27FC236}">
                <a16:creationId xmlns:a16="http://schemas.microsoft.com/office/drawing/2014/main" id="{91D06723-3EA9-1463-71BE-8359023D4900}"/>
              </a:ext>
            </a:extLst>
          </p:cNvPr>
          <p:cNvSpPr>
            <a:spLocks noGrp="1"/>
          </p:cNvSpPr>
          <p:nvPr>
            <p:ph type="pic" sz="quarter" idx="27"/>
          </p:nvPr>
        </p:nvSpPr>
        <p:spPr>
          <a:xfrm>
            <a:off x="9577344" y="4315968"/>
            <a:ext cx="1969645" cy="913884"/>
          </a:xfrm>
          <a:custGeom>
            <a:avLst/>
            <a:gdLst>
              <a:gd name="connsiteX0" fmla="*/ 228471 w 1969645"/>
              <a:gd name="connsiteY0" fmla="*/ 0 h 913884"/>
              <a:gd name="connsiteX1" fmla="*/ 1969645 w 1969645"/>
              <a:gd name="connsiteY1" fmla="*/ 0 h 913884"/>
              <a:gd name="connsiteX2" fmla="*/ 1741174 w 1969645"/>
              <a:gd name="connsiteY2" fmla="*/ 913884 h 913884"/>
              <a:gd name="connsiteX3" fmla="*/ 0 w 1969645"/>
              <a:gd name="connsiteY3" fmla="*/ 913884 h 913884"/>
            </a:gdLst>
            <a:ahLst/>
            <a:cxnLst>
              <a:cxn ang="0">
                <a:pos x="connsiteX0" y="connsiteY0"/>
              </a:cxn>
              <a:cxn ang="0">
                <a:pos x="connsiteX1" y="connsiteY1"/>
              </a:cxn>
              <a:cxn ang="0">
                <a:pos x="connsiteX2" y="connsiteY2"/>
              </a:cxn>
              <a:cxn ang="0">
                <a:pos x="connsiteX3" y="connsiteY3"/>
              </a:cxn>
            </a:cxnLst>
            <a:rect l="l" t="t" r="r" b="b"/>
            <a:pathLst>
              <a:path w="1969645" h="913884">
                <a:moveTo>
                  <a:pt x="228471" y="0"/>
                </a:moveTo>
                <a:lnTo>
                  <a:pt x="1969645" y="0"/>
                </a:lnTo>
                <a:lnTo>
                  <a:pt x="1741174" y="913884"/>
                </a:lnTo>
                <a:lnTo>
                  <a:pt x="0" y="913884"/>
                </a:lnTo>
                <a:close/>
              </a:path>
            </a:pathLst>
          </a:custGeom>
        </p:spPr>
        <p:txBody>
          <a:bodyPr wrap="square" anchor="ctr">
            <a:noAutofit/>
          </a:bodyPr>
          <a:lstStyle>
            <a:lvl1pPr marL="0" indent="0" algn="ctr">
              <a:buNone/>
              <a:defRPr sz="1000"/>
            </a:lvl1pPr>
          </a:lstStyle>
          <a:p>
            <a:r>
              <a:rPr lang="en-US"/>
              <a:t>Click icon to add picture</a:t>
            </a:r>
            <a:endParaRPr lang="en-US" dirty="0"/>
          </a:p>
        </p:txBody>
      </p:sp>
      <p:sp>
        <p:nvSpPr>
          <p:cNvPr id="51" name="Text Placeholder 11">
            <a:extLst>
              <a:ext uri="{FF2B5EF4-FFF2-40B4-BE49-F238E27FC236}">
                <a16:creationId xmlns:a16="http://schemas.microsoft.com/office/drawing/2014/main" id="{EDB02667-75DD-3AE0-BAA1-B3515E86C740}"/>
              </a:ext>
            </a:extLst>
          </p:cNvPr>
          <p:cNvSpPr>
            <a:spLocks noGrp="1"/>
          </p:cNvSpPr>
          <p:nvPr>
            <p:ph type="body" sz="quarter" idx="28"/>
          </p:nvPr>
        </p:nvSpPr>
        <p:spPr>
          <a:xfrm>
            <a:off x="630936" y="53309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52" name="Text Placeholder 11">
            <a:extLst>
              <a:ext uri="{FF2B5EF4-FFF2-40B4-BE49-F238E27FC236}">
                <a16:creationId xmlns:a16="http://schemas.microsoft.com/office/drawing/2014/main" id="{D81B39FB-4E49-BE59-87D4-1343901EDFD8}"/>
              </a:ext>
            </a:extLst>
          </p:cNvPr>
          <p:cNvSpPr>
            <a:spLocks noGrp="1"/>
          </p:cNvSpPr>
          <p:nvPr>
            <p:ph type="body" sz="quarter" idx="29"/>
          </p:nvPr>
        </p:nvSpPr>
        <p:spPr>
          <a:xfrm>
            <a:off x="630936" y="5669280"/>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53" name="Text Placeholder 11">
            <a:extLst>
              <a:ext uri="{FF2B5EF4-FFF2-40B4-BE49-F238E27FC236}">
                <a16:creationId xmlns:a16="http://schemas.microsoft.com/office/drawing/2014/main" id="{DFDA8BE5-38C5-0AD5-D2AB-532AD3A1CD93}"/>
              </a:ext>
            </a:extLst>
          </p:cNvPr>
          <p:cNvSpPr>
            <a:spLocks noGrp="1"/>
          </p:cNvSpPr>
          <p:nvPr>
            <p:ph type="body" sz="quarter" idx="30"/>
          </p:nvPr>
        </p:nvSpPr>
        <p:spPr>
          <a:xfrm>
            <a:off x="3538728" y="53309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54" name="Text Placeholder 11">
            <a:extLst>
              <a:ext uri="{FF2B5EF4-FFF2-40B4-BE49-F238E27FC236}">
                <a16:creationId xmlns:a16="http://schemas.microsoft.com/office/drawing/2014/main" id="{4E6A6F4D-D8BD-0134-A96A-B5D1D8F75E9D}"/>
              </a:ext>
            </a:extLst>
          </p:cNvPr>
          <p:cNvSpPr>
            <a:spLocks noGrp="1"/>
          </p:cNvSpPr>
          <p:nvPr>
            <p:ph type="body" sz="quarter" idx="31"/>
          </p:nvPr>
        </p:nvSpPr>
        <p:spPr>
          <a:xfrm>
            <a:off x="3538728" y="5669280"/>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55" name="Text Placeholder 11">
            <a:extLst>
              <a:ext uri="{FF2B5EF4-FFF2-40B4-BE49-F238E27FC236}">
                <a16:creationId xmlns:a16="http://schemas.microsoft.com/office/drawing/2014/main" id="{30335191-F108-1444-13A9-DC06A0504E50}"/>
              </a:ext>
            </a:extLst>
          </p:cNvPr>
          <p:cNvSpPr>
            <a:spLocks noGrp="1"/>
          </p:cNvSpPr>
          <p:nvPr>
            <p:ph type="body" sz="quarter" idx="32"/>
          </p:nvPr>
        </p:nvSpPr>
        <p:spPr>
          <a:xfrm>
            <a:off x="6446520" y="53309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56" name="Text Placeholder 11">
            <a:extLst>
              <a:ext uri="{FF2B5EF4-FFF2-40B4-BE49-F238E27FC236}">
                <a16:creationId xmlns:a16="http://schemas.microsoft.com/office/drawing/2014/main" id="{E34CD1B3-EC0A-2B8B-8E08-8F1D91C44992}"/>
              </a:ext>
            </a:extLst>
          </p:cNvPr>
          <p:cNvSpPr>
            <a:spLocks noGrp="1"/>
          </p:cNvSpPr>
          <p:nvPr>
            <p:ph type="body" sz="quarter" idx="33"/>
          </p:nvPr>
        </p:nvSpPr>
        <p:spPr>
          <a:xfrm>
            <a:off x="6446520" y="5669280"/>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
        <p:nvSpPr>
          <p:cNvPr id="57" name="Text Placeholder 11">
            <a:extLst>
              <a:ext uri="{FF2B5EF4-FFF2-40B4-BE49-F238E27FC236}">
                <a16:creationId xmlns:a16="http://schemas.microsoft.com/office/drawing/2014/main" id="{5D7C5E80-F9AA-4BCC-8155-925C1A6C8003}"/>
              </a:ext>
            </a:extLst>
          </p:cNvPr>
          <p:cNvSpPr>
            <a:spLocks noGrp="1"/>
          </p:cNvSpPr>
          <p:nvPr>
            <p:ph type="body" sz="quarter" idx="34"/>
          </p:nvPr>
        </p:nvSpPr>
        <p:spPr>
          <a:xfrm>
            <a:off x="9354312" y="5330952"/>
            <a:ext cx="2267712" cy="365760"/>
          </a:xfrm>
        </p:spPr>
        <p:txBody>
          <a:bodyPr lIns="109728" tIns="109728" rIns="109728" bIns="91440" anchor="ctr">
            <a:noAutofit/>
          </a:bodyPr>
          <a:lstStyle>
            <a:lvl1pPr marL="0" indent="0" algn="l">
              <a:lnSpc>
                <a:spcPct val="100000"/>
              </a:lnSpc>
              <a:spcBef>
                <a:spcPts val="0"/>
              </a:spcBef>
              <a:buNone/>
              <a:defRPr sz="1600" b="1" cap="all" spc="100" baseline="0">
                <a:latin typeface="+mn-lt"/>
              </a:defRPr>
            </a:lvl1pPr>
          </a:lstStyle>
          <a:p>
            <a:pPr lvl="0"/>
            <a:r>
              <a:rPr lang="en-US"/>
              <a:t>Click to edit Master text styles</a:t>
            </a:r>
          </a:p>
        </p:txBody>
      </p:sp>
      <p:sp>
        <p:nvSpPr>
          <p:cNvPr id="58" name="Text Placeholder 11">
            <a:extLst>
              <a:ext uri="{FF2B5EF4-FFF2-40B4-BE49-F238E27FC236}">
                <a16:creationId xmlns:a16="http://schemas.microsoft.com/office/drawing/2014/main" id="{BC33FAD1-3F22-5FE2-9A84-8D2BAE1B787F}"/>
              </a:ext>
            </a:extLst>
          </p:cNvPr>
          <p:cNvSpPr>
            <a:spLocks noGrp="1"/>
          </p:cNvSpPr>
          <p:nvPr>
            <p:ph type="body" sz="quarter" idx="35"/>
          </p:nvPr>
        </p:nvSpPr>
        <p:spPr>
          <a:xfrm>
            <a:off x="9354312" y="5669280"/>
            <a:ext cx="2267712" cy="274638"/>
          </a:xfrm>
        </p:spPr>
        <p:txBody>
          <a:bodyPr lIns="109728" tIns="109728" rIns="109728" bIns="91440" anchor="b">
            <a:noAutofit/>
          </a:bodyPr>
          <a:lstStyle>
            <a:lvl1pPr marL="0" indent="0" algn="l">
              <a:lnSpc>
                <a:spcPct val="100000"/>
              </a:lnSpc>
              <a:spcBef>
                <a:spcPts val="0"/>
              </a:spcBef>
              <a:buNone/>
              <a:defRPr sz="1200" spc="80" baseline="0"/>
            </a:lvl1pPr>
          </a:lstStyle>
          <a:p>
            <a:pPr lvl="0"/>
            <a:r>
              <a:rPr lang="en-US"/>
              <a:t>Click to edit Master text styles</a:t>
            </a:r>
          </a:p>
        </p:txBody>
      </p:sp>
    </p:spTree>
    <p:extLst>
      <p:ext uri="{BB962C8B-B14F-4D97-AF65-F5344CB8AC3E}">
        <p14:creationId xmlns:p14="http://schemas.microsoft.com/office/powerpoint/2010/main" val="1912455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C464346-1914-EE8F-3D07-B6BF7DDED2A6}"/>
              </a:ext>
            </a:extLst>
          </p:cNvPr>
          <p:cNvSpPr/>
          <p:nvPr userDrawn="1"/>
        </p:nvSpPr>
        <p:spPr>
          <a:xfrm>
            <a:off x="6279700" y="0"/>
            <a:ext cx="5912300" cy="1445448"/>
          </a:xfrm>
          <a:custGeom>
            <a:avLst/>
            <a:gdLst>
              <a:gd name="connsiteX0" fmla="*/ 0 w 5912300"/>
              <a:gd name="connsiteY0" fmla="*/ 0 h 1445448"/>
              <a:gd name="connsiteX1" fmla="*/ 164892 w 5912300"/>
              <a:gd name="connsiteY1" fmla="*/ 0 h 1445448"/>
              <a:gd name="connsiteX2" fmla="*/ 5912299 w 5912300"/>
              <a:gd name="connsiteY2" fmla="*/ 1405135 h 1445448"/>
              <a:gd name="connsiteX3" fmla="*/ 5912300 w 5912300"/>
              <a:gd name="connsiteY3" fmla="*/ 1445448 h 1445448"/>
            </a:gdLst>
            <a:ahLst/>
            <a:cxnLst>
              <a:cxn ang="0">
                <a:pos x="connsiteX0" y="connsiteY0"/>
              </a:cxn>
              <a:cxn ang="0">
                <a:pos x="connsiteX1" y="connsiteY1"/>
              </a:cxn>
              <a:cxn ang="0">
                <a:pos x="connsiteX2" y="connsiteY2"/>
              </a:cxn>
              <a:cxn ang="0">
                <a:pos x="connsiteX3" y="connsiteY3"/>
              </a:cxn>
            </a:cxnLst>
            <a:rect l="l" t="t" r="r" b="b"/>
            <a:pathLst>
              <a:path w="5912300" h="1445448">
                <a:moveTo>
                  <a:pt x="0" y="0"/>
                </a:moveTo>
                <a:lnTo>
                  <a:pt x="164892" y="0"/>
                </a:lnTo>
                <a:lnTo>
                  <a:pt x="5912299" y="1405135"/>
                </a:lnTo>
                <a:lnTo>
                  <a:pt x="5912300" y="1445448"/>
                </a:lnTo>
                <a:close/>
              </a:path>
            </a:pathLst>
          </a:cu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a:extLst>
              <a:ext uri="{FF2B5EF4-FFF2-40B4-BE49-F238E27FC236}">
                <a16:creationId xmlns:a16="http://schemas.microsoft.com/office/drawing/2014/main" id="{67E307E3-615E-4065-DAA5-78851025C65D}"/>
              </a:ext>
            </a:extLst>
          </p:cNvPr>
          <p:cNvSpPr>
            <a:spLocks noGrp="1"/>
          </p:cNvSpPr>
          <p:nvPr>
            <p:ph type="title"/>
          </p:nvPr>
        </p:nvSpPr>
        <p:spPr>
          <a:xfrm>
            <a:off x="630936" y="713232"/>
            <a:ext cx="10954512" cy="676656"/>
          </a:xfrm>
        </p:spPr>
        <p:txBody>
          <a:bodyPr lIns="0" tIns="0" rIns="0" bIns="0" anchor="t">
            <a:noAutofit/>
          </a:bodyPr>
          <a:lstStyle>
            <a:lvl1pPr algn="l">
              <a:defRPr sz="5500"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5CC062D3-982A-92E2-D7A3-183CDAFA8290}"/>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5EA91D1E-822C-BF84-967A-1B4AC3C0A36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5" name="Text Placeholder 13">
            <a:extLst>
              <a:ext uri="{FF2B5EF4-FFF2-40B4-BE49-F238E27FC236}">
                <a16:creationId xmlns:a16="http://schemas.microsoft.com/office/drawing/2014/main" id="{99E3A49B-132C-8354-0143-55537669432C}"/>
              </a:ext>
            </a:extLst>
          </p:cNvPr>
          <p:cNvSpPr>
            <a:spLocks noGrp="1"/>
          </p:cNvSpPr>
          <p:nvPr>
            <p:ph type="body" sz="quarter" idx="15"/>
          </p:nvPr>
        </p:nvSpPr>
        <p:spPr>
          <a:xfrm>
            <a:off x="630936" y="1481328"/>
            <a:ext cx="10954512" cy="676656"/>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cxnSp>
        <p:nvCxnSpPr>
          <p:cNvPr id="16" name="Straight Connector 15">
            <a:extLst>
              <a:ext uri="{FF2B5EF4-FFF2-40B4-BE49-F238E27FC236}">
                <a16:creationId xmlns:a16="http://schemas.microsoft.com/office/drawing/2014/main" id="{DBDD52C3-B607-4718-8060-DE51A473193A}"/>
              </a:ext>
            </a:extLst>
          </p:cNvPr>
          <p:cNvCxnSpPr>
            <a:cxnSpLocks/>
          </p:cNvCxnSpPr>
          <p:nvPr userDrawn="1"/>
        </p:nvCxnSpPr>
        <p:spPr>
          <a:xfrm flipH="1">
            <a:off x="722376" y="3300984"/>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B11385-38B0-5A73-2ED5-5831C619DA0D}"/>
              </a:ext>
            </a:extLst>
          </p:cNvPr>
          <p:cNvCxnSpPr>
            <a:cxnSpLocks/>
          </p:cNvCxnSpPr>
          <p:nvPr userDrawn="1"/>
        </p:nvCxnSpPr>
        <p:spPr>
          <a:xfrm flipH="1">
            <a:off x="2999232" y="3300984"/>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67730C-8727-BAC3-0B31-998BCE7AE6F5}"/>
              </a:ext>
            </a:extLst>
          </p:cNvPr>
          <p:cNvCxnSpPr>
            <a:cxnSpLocks/>
          </p:cNvCxnSpPr>
          <p:nvPr userDrawn="1"/>
        </p:nvCxnSpPr>
        <p:spPr>
          <a:xfrm flipH="1">
            <a:off x="5285232" y="3300984"/>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001210-69EA-A39E-8C6B-DA7240A8DE1A}"/>
              </a:ext>
            </a:extLst>
          </p:cNvPr>
          <p:cNvCxnSpPr>
            <a:cxnSpLocks/>
          </p:cNvCxnSpPr>
          <p:nvPr userDrawn="1"/>
        </p:nvCxnSpPr>
        <p:spPr>
          <a:xfrm flipH="1">
            <a:off x="7562088" y="3300984"/>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D85AE4-5943-2EA1-DB71-60503401F79C}"/>
              </a:ext>
            </a:extLst>
          </p:cNvPr>
          <p:cNvCxnSpPr>
            <a:cxnSpLocks/>
          </p:cNvCxnSpPr>
          <p:nvPr userDrawn="1"/>
        </p:nvCxnSpPr>
        <p:spPr>
          <a:xfrm flipH="1">
            <a:off x="9838944" y="3300984"/>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 Placeholder 4">
            <a:extLst>
              <a:ext uri="{FF2B5EF4-FFF2-40B4-BE49-F238E27FC236}">
                <a16:creationId xmlns:a16="http://schemas.microsoft.com/office/drawing/2014/main" id="{846F6951-0B18-5BBC-BB37-77CFF9924B2B}"/>
              </a:ext>
            </a:extLst>
          </p:cNvPr>
          <p:cNvSpPr>
            <a:spLocks noGrp="1"/>
          </p:cNvSpPr>
          <p:nvPr>
            <p:ph type="body" sz="quarter" idx="3"/>
          </p:nvPr>
        </p:nvSpPr>
        <p:spPr>
          <a:xfrm>
            <a:off x="630936" y="2807208"/>
            <a:ext cx="1810512" cy="502920"/>
          </a:xfrm>
        </p:spPr>
        <p:txBody>
          <a:bodyPr lIns="91440" tIns="45720" rIns="91440" bIns="45720" anchor="t">
            <a:normAutofit/>
          </a:bodyPr>
          <a:lstStyle>
            <a:lvl1pPr marL="0" indent="0" algn="l">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4">
            <a:extLst>
              <a:ext uri="{FF2B5EF4-FFF2-40B4-BE49-F238E27FC236}">
                <a16:creationId xmlns:a16="http://schemas.microsoft.com/office/drawing/2014/main" id="{5432D6ED-80F7-557F-BF87-75BDDB2861E6}"/>
              </a:ext>
            </a:extLst>
          </p:cNvPr>
          <p:cNvSpPr>
            <a:spLocks noGrp="1"/>
          </p:cNvSpPr>
          <p:nvPr>
            <p:ph type="body" sz="quarter" idx="16"/>
          </p:nvPr>
        </p:nvSpPr>
        <p:spPr>
          <a:xfrm>
            <a:off x="2907792" y="2807208"/>
            <a:ext cx="1810512" cy="502920"/>
          </a:xfrm>
        </p:spPr>
        <p:txBody>
          <a:bodyPr lIns="91440" tIns="45720" rIns="91440" bIns="45720" anchor="t">
            <a:normAutofit/>
          </a:bodyPr>
          <a:lstStyle>
            <a:lvl1pPr marL="0" indent="0" algn="l">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4">
            <a:extLst>
              <a:ext uri="{FF2B5EF4-FFF2-40B4-BE49-F238E27FC236}">
                <a16:creationId xmlns:a16="http://schemas.microsoft.com/office/drawing/2014/main" id="{17C29E41-52B3-A130-CB20-7C3761CE7DF4}"/>
              </a:ext>
            </a:extLst>
          </p:cNvPr>
          <p:cNvSpPr>
            <a:spLocks noGrp="1"/>
          </p:cNvSpPr>
          <p:nvPr>
            <p:ph type="body" sz="quarter" idx="17"/>
          </p:nvPr>
        </p:nvSpPr>
        <p:spPr>
          <a:xfrm>
            <a:off x="5193792" y="2807208"/>
            <a:ext cx="1810512" cy="502920"/>
          </a:xfrm>
        </p:spPr>
        <p:txBody>
          <a:bodyPr lIns="91440" tIns="45720" rIns="91440" bIns="45720" anchor="t">
            <a:normAutofit/>
          </a:bodyPr>
          <a:lstStyle>
            <a:lvl1pPr marL="0" indent="0" algn="l">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4">
            <a:extLst>
              <a:ext uri="{FF2B5EF4-FFF2-40B4-BE49-F238E27FC236}">
                <a16:creationId xmlns:a16="http://schemas.microsoft.com/office/drawing/2014/main" id="{1B4688B7-A0F2-62A8-EEF6-9137117B6803}"/>
              </a:ext>
            </a:extLst>
          </p:cNvPr>
          <p:cNvSpPr>
            <a:spLocks noGrp="1"/>
          </p:cNvSpPr>
          <p:nvPr>
            <p:ph type="body" sz="quarter" idx="18"/>
          </p:nvPr>
        </p:nvSpPr>
        <p:spPr>
          <a:xfrm>
            <a:off x="7470648" y="2807208"/>
            <a:ext cx="1810512" cy="502920"/>
          </a:xfrm>
        </p:spPr>
        <p:txBody>
          <a:bodyPr lIns="91440" tIns="45720" rIns="91440" bIns="45720" anchor="t">
            <a:normAutofit/>
          </a:bodyPr>
          <a:lstStyle>
            <a:lvl1pPr marL="0" indent="0" algn="l">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B821B85B-D974-5B4F-CD11-BC8425FAC541}"/>
              </a:ext>
            </a:extLst>
          </p:cNvPr>
          <p:cNvSpPr>
            <a:spLocks noGrp="1"/>
          </p:cNvSpPr>
          <p:nvPr>
            <p:ph type="body" sz="quarter" idx="19"/>
          </p:nvPr>
        </p:nvSpPr>
        <p:spPr>
          <a:xfrm>
            <a:off x="9747504" y="2807208"/>
            <a:ext cx="1810512" cy="502920"/>
          </a:xfrm>
        </p:spPr>
        <p:txBody>
          <a:bodyPr lIns="91440" tIns="45720" rIns="91440" bIns="45720" anchor="t">
            <a:normAutofit/>
          </a:bodyPr>
          <a:lstStyle>
            <a:lvl1pPr marL="0" indent="0" algn="l">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11">
            <a:extLst>
              <a:ext uri="{FF2B5EF4-FFF2-40B4-BE49-F238E27FC236}">
                <a16:creationId xmlns:a16="http://schemas.microsoft.com/office/drawing/2014/main" id="{D36BBA77-DF34-1DFA-0A4F-9135D678C91A}"/>
              </a:ext>
            </a:extLst>
          </p:cNvPr>
          <p:cNvSpPr>
            <a:spLocks noGrp="1"/>
          </p:cNvSpPr>
          <p:nvPr>
            <p:ph type="body" sz="quarter" idx="20"/>
          </p:nvPr>
        </p:nvSpPr>
        <p:spPr>
          <a:xfrm>
            <a:off x="393192" y="3593592"/>
            <a:ext cx="1810512" cy="2313432"/>
          </a:xfrm>
        </p:spPr>
        <p:txBody>
          <a:bodyPr lIns="91440" tIns="45720" rIns="91440" bIns="45720" anchor="t">
            <a:noAutofit/>
          </a:bodyPr>
          <a:lstStyle>
            <a:lvl1pPr marL="228600" indent="-228600" algn="l">
              <a:lnSpc>
                <a:spcPct val="90000"/>
              </a:lnSpc>
              <a:spcBef>
                <a:spcPts val="1000"/>
              </a:spcBef>
              <a:buFont typeface="Courier New" panose="02070309020205020404" pitchFamily="49" charset="0"/>
              <a:buChar char="o"/>
              <a:defRPr sz="1800" spc="10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E9A3292-191B-010F-070D-D0FDE41777DB}"/>
              </a:ext>
            </a:extLst>
          </p:cNvPr>
          <p:cNvSpPr>
            <a:spLocks noGrp="1"/>
          </p:cNvSpPr>
          <p:nvPr>
            <p:ph type="body" sz="quarter" idx="21"/>
          </p:nvPr>
        </p:nvSpPr>
        <p:spPr>
          <a:xfrm>
            <a:off x="2670048" y="3593592"/>
            <a:ext cx="1810512" cy="2313432"/>
          </a:xfrm>
        </p:spPr>
        <p:txBody>
          <a:bodyPr lIns="91440" tIns="45720" rIns="91440" bIns="45720" anchor="t">
            <a:noAutofit/>
          </a:bodyPr>
          <a:lstStyle>
            <a:lvl1pPr marL="228600" indent="-228600" algn="l">
              <a:lnSpc>
                <a:spcPct val="90000"/>
              </a:lnSpc>
              <a:spcBef>
                <a:spcPts val="1000"/>
              </a:spcBef>
              <a:buFont typeface="Courier New" panose="02070309020205020404" pitchFamily="49" charset="0"/>
              <a:buChar char="o"/>
              <a:defRPr sz="1800" spc="100" baseline="0"/>
            </a:lvl1pPr>
          </a:lstStyle>
          <a:p>
            <a:pPr lvl="0"/>
            <a:r>
              <a:rPr lang="en-US"/>
              <a:t>Click to edit Master text styles</a:t>
            </a:r>
          </a:p>
        </p:txBody>
      </p:sp>
      <p:sp>
        <p:nvSpPr>
          <p:cNvPr id="28" name="Text Placeholder 11">
            <a:extLst>
              <a:ext uri="{FF2B5EF4-FFF2-40B4-BE49-F238E27FC236}">
                <a16:creationId xmlns:a16="http://schemas.microsoft.com/office/drawing/2014/main" id="{B2BC6B74-3807-C720-B915-2CF7F547C542}"/>
              </a:ext>
            </a:extLst>
          </p:cNvPr>
          <p:cNvSpPr>
            <a:spLocks noGrp="1"/>
          </p:cNvSpPr>
          <p:nvPr>
            <p:ph type="body" sz="quarter" idx="22"/>
          </p:nvPr>
        </p:nvSpPr>
        <p:spPr>
          <a:xfrm>
            <a:off x="4956048" y="3593592"/>
            <a:ext cx="1810512" cy="2313432"/>
          </a:xfrm>
        </p:spPr>
        <p:txBody>
          <a:bodyPr lIns="91440" tIns="45720" rIns="91440" bIns="45720" anchor="t">
            <a:noAutofit/>
          </a:bodyPr>
          <a:lstStyle>
            <a:lvl1pPr marL="228600" indent="-228600" algn="l">
              <a:lnSpc>
                <a:spcPct val="90000"/>
              </a:lnSpc>
              <a:spcBef>
                <a:spcPts val="1000"/>
              </a:spcBef>
              <a:buFont typeface="Courier New" panose="02070309020205020404" pitchFamily="49" charset="0"/>
              <a:buChar char="o"/>
              <a:defRPr sz="1800" spc="100" baseline="0"/>
            </a:lvl1pPr>
          </a:lstStyle>
          <a:p>
            <a:pPr lvl="0"/>
            <a:r>
              <a:rPr lang="en-US"/>
              <a:t>Click to edit Master text styles</a:t>
            </a:r>
          </a:p>
        </p:txBody>
      </p:sp>
      <p:sp>
        <p:nvSpPr>
          <p:cNvPr id="29" name="Text Placeholder 11">
            <a:extLst>
              <a:ext uri="{FF2B5EF4-FFF2-40B4-BE49-F238E27FC236}">
                <a16:creationId xmlns:a16="http://schemas.microsoft.com/office/drawing/2014/main" id="{B9F69994-8695-326D-A14A-2EF6CC6B7B56}"/>
              </a:ext>
            </a:extLst>
          </p:cNvPr>
          <p:cNvSpPr>
            <a:spLocks noGrp="1"/>
          </p:cNvSpPr>
          <p:nvPr>
            <p:ph type="body" sz="quarter" idx="23"/>
          </p:nvPr>
        </p:nvSpPr>
        <p:spPr>
          <a:xfrm>
            <a:off x="7232904" y="3593592"/>
            <a:ext cx="1810512" cy="2313432"/>
          </a:xfrm>
        </p:spPr>
        <p:txBody>
          <a:bodyPr lIns="91440" tIns="45720" rIns="91440" bIns="45720" anchor="t">
            <a:noAutofit/>
          </a:bodyPr>
          <a:lstStyle>
            <a:lvl1pPr marL="228600" indent="-228600" algn="l">
              <a:lnSpc>
                <a:spcPct val="90000"/>
              </a:lnSpc>
              <a:spcBef>
                <a:spcPts val="1000"/>
              </a:spcBef>
              <a:buFont typeface="Courier New" panose="02070309020205020404" pitchFamily="49" charset="0"/>
              <a:buChar char="o"/>
              <a:defRPr sz="1800" spc="100" baseline="0"/>
            </a:lvl1pPr>
          </a:lstStyle>
          <a:p>
            <a:pPr lvl="0"/>
            <a:r>
              <a:rPr lang="en-US"/>
              <a:t>Click to edit Master text styles</a:t>
            </a:r>
          </a:p>
        </p:txBody>
      </p:sp>
      <p:sp>
        <p:nvSpPr>
          <p:cNvPr id="30" name="Text Placeholder 11">
            <a:extLst>
              <a:ext uri="{FF2B5EF4-FFF2-40B4-BE49-F238E27FC236}">
                <a16:creationId xmlns:a16="http://schemas.microsoft.com/office/drawing/2014/main" id="{FFBA7C26-A391-16B9-09FE-3311997414D4}"/>
              </a:ext>
            </a:extLst>
          </p:cNvPr>
          <p:cNvSpPr>
            <a:spLocks noGrp="1"/>
          </p:cNvSpPr>
          <p:nvPr>
            <p:ph type="body" sz="quarter" idx="24"/>
          </p:nvPr>
        </p:nvSpPr>
        <p:spPr>
          <a:xfrm>
            <a:off x="9518904" y="3593592"/>
            <a:ext cx="1810512" cy="2313432"/>
          </a:xfrm>
        </p:spPr>
        <p:txBody>
          <a:bodyPr lIns="91440" tIns="45720" rIns="91440" bIns="45720" anchor="t">
            <a:noAutofit/>
          </a:bodyPr>
          <a:lstStyle>
            <a:lvl1pPr marL="228600" indent="-228600" algn="l">
              <a:lnSpc>
                <a:spcPct val="90000"/>
              </a:lnSpc>
              <a:spcBef>
                <a:spcPts val="1000"/>
              </a:spcBef>
              <a:buFont typeface="Courier New" panose="02070309020205020404" pitchFamily="49" charset="0"/>
              <a:buChar char="o"/>
              <a:defRPr sz="1800" spc="100" baseline="0"/>
            </a:lvl1pPr>
          </a:lstStyle>
          <a:p>
            <a:pPr lvl="0"/>
            <a:r>
              <a:rPr lang="en-US"/>
              <a:t>Click to edit Master text styles</a:t>
            </a:r>
          </a:p>
        </p:txBody>
      </p:sp>
      <p:sp>
        <p:nvSpPr>
          <p:cNvPr id="6" name="Freeform 9">
            <a:extLst>
              <a:ext uri="{FF2B5EF4-FFF2-40B4-BE49-F238E27FC236}">
                <a16:creationId xmlns:a16="http://schemas.microsoft.com/office/drawing/2014/main" id="{0A65C442-D79F-AFAF-149E-A851408E53B3}"/>
              </a:ext>
            </a:extLst>
          </p:cNvPr>
          <p:cNvSpPr/>
          <p:nvPr userDrawn="1"/>
        </p:nvSpPr>
        <p:spPr>
          <a:xfrm rot="5400000" flipH="1" flipV="1">
            <a:off x="1285350" y="4714350"/>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81642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17C17382-FA10-6566-4D96-1490A9526749}"/>
              </a:ext>
            </a:extLst>
          </p:cNvPr>
          <p:cNvSpPr>
            <a:spLocks noGrp="1"/>
          </p:cNvSpPr>
          <p:nvPr>
            <p:ph type="pic" sz="quarter" idx="12"/>
          </p:nvPr>
        </p:nvSpPr>
        <p:spPr>
          <a:xfrm>
            <a:off x="0" y="0"/>
            <a:ext cx="5278745" cy="6858000"/>
          </a:xfrm>
          <a:custGeom>
            <a:avLst/>
            <a:gdLst>
              <a:gd name="connsiteX0" fmla="*/ 0 w 5278745"/>
              <a:gd name="connsiteY0" fmla="*/ 0 h 6858000"/>
              <a:gd name="connsiteX1" fmla="*/ 5278745 w 5278745"/>
              <a:gd name="connsiteY1" fmla="*/ 0 h 6858000"/>
              <a:gd name="connsiteX2" fmla="*/ 3564245 w 5278745"/>
              <a:gd name="connsiteY2" fmla="*/ 6858000 h 6858000"/>
              <a:gd name="connsiteX3" fmla="*/ 2668656 w 5278745"/>
              <a:gd name="connsiteY3" fmla="*/ 6858000 h 6858000"/>
              <a:gd name="connsiteX4" fmla="*/ 2727248 w 5278745"/>
              <a:gd name="connsiteY4" fmla="*/ 6623632 h 6858000"/>
              <a:gd name="connsiteX5" fmla="*/ 0 w 5278745"/>
              <a:gd name="connsiteY5" fmla="*/ 66236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8745" h="6858000">
                <a:moveTo>
                  <a:pt x="0" y="0"/>
                </a:moveTo>
                <a:lnTo>
                  <a:pt x="5278745" y="0"/>
                </a:lnTo>
                <a:lnTo>
                  <a:pt x="3564245" y="6858000"/>
                </a:lnTo>
                <a:lnTo>
                  <a:pt x="2668656" y="6858000"/>
                </a:lnTo>
                <a:lnTo>
                  <a:pt x="2727248" y="6623632"/>
                </a:lnTo>
                <a:lnTo>
                  <a:pt x="0" y="6623632"/>
                </a:lnTo>
                <a:close/>
              </a:path>
            </a:pathLst>
          </a:custGeom>
        </p:spPr>
        <p:txBody>
          <a:bodyPr wrap="square"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67E307E3-615E-4065-DAA5-78851025C65D}"/>
              </a:ext>
            </a:extLst>
          </p:cNvPr>
          <p:cNvSpPr>
            <a:spLocks noGrp="1"/>
          </p:cNvSpPr>
          <p:nvPr>
            <p:ph type="title"/>
          </p:nvPr>
        </p:nvSpPr>
        <p:spPr>
          <a:xfrm>
            <a:off x="640080" y="2331720"/>
            <a:ext cx="5897880" cy="676656"/>
          </a:xfrm>
        </p:spPr>
        <p:txBody>
          <a:bodyPr lIns="0" tIns="0" rIns="0" bIns="0" anchor="t">
            <a:noAutofit/>
          </a:bodyPr>
          <a:lstStyle>
            <a:lvl1pPr algn="r">
              <a:defRPr sz="5500"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5CC062D3-982A-92E2-D7A3-183CDAFA8290}"/>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5EA91D1E-822C-BF84-967A-1B4AC3C0A36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4" name="Text Placeholder 13">
            <a:extLst>
              <a:ext uri="{FF2B5EF4-FFF2-40B4-BE49-F238E27FC236}">
                <a16:creationId xmlns:a16="http://schemas.microsoft.com/office/drawing/2014/main" id="{6C0D53C6-746B-0B30-1EA2-115506B5FBB3}"/>
              </a:ext>
            </a:extLst>
          </p:cNvPr>
          <p:cNvSpPr>
            <a:spLocks noGrp="1"/>
          </p:cNvSpPr>
          <p:nvPr>
            <p:ph type="body" sz="quarter" idx="14"/>
          </p:nvPr>
        </p:nvSpPr>
        <p:spPr>
          <a:xfrm>
            <a:off x="640080" y="3099816"/>
            <a:ext cx="5532120" cy="676656"/>
          </a:xfrm>
        </p:spPr>
        <p:txBody>
          <a:bodyPr lIns="0" tIns="0" rIns="0" bIns="0">
            <a:noAutofit/>
          </a:bodyPr>
          <a:lstStyle>
            <a:lvl1pPr marL="0" indent="0" algn="r">
              <a:buNone/>
              <a:defRPr sz="5500" b="1" cap="all" baseline="0">
                <a:ln w="25400">
                  <a:solidFill>
                    <a:schemeClr val="bg1"/>
                  </a:solidFill>
                </a:ln>
                <a:no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99E3A49B-132C-8354-0143-55537669432C}"/>
              </a:ext>
            </a:extLst>
          </p:cNvPr>
          <p:cNvSpPr>
            <a:spLocks noGrp="1"/>
          </p:cNvSpPr>
          <p:nvPr>
            <p:ph type="body" sz="quarter" idx="15"/>
          </p:nvPr>
        </p:nvSpPr>
        <p:spPr>
          <a:xfrm>
            <a:off x="640080" y="3867912"/>
            <a:ext cx="5166360" cy="676656"/>
          </a:xfrm>
        </p:spPr>
        <p:txBody>
          <a:bodyPr lIns="0" tIns="0" rIns="0" bIns="0">
            <a:noAutofit/>
          </a:bodyPr>
          <a:lstStyle>
            <a:lvl1pPr marL="0" indent="0" algn="r">
              <a:buNone/>
              <a:defRPr sz="5500" b="1" cap="all" baseline="0">
                <a:ln w="15875">
                  <a:noFill/>
                </a:ln>
                <a:solidFill>
                  <a:schemeClr val="accent1"/>
                </a:solidFill>
                <a:latin typeface="+mj-lt"/>
              </a:defRPr>
            </a:lvl1pPr>
          </a:lstStyle>
          <a:p>
            <a:pPr lvl="0"/>
            <a:r>
              <a:rPr lang="en-US"/>
              <a:t>Click to edit Master text styles</a:t>
            </a:r>
          </a:p>
        </p:txBody>
      </p:sp>
      <p:sp>
        <p:nvSpPr>
          <p:cNvPr id="13" name="Freeform 9">
            <a:extLst>
              <a:ext uri="{FF2B5EF4-FFF2-40B4-BE49-F238E27FC236}">
                <a16:creationId xmlns:a16="http://schemas.microsoft.com/office/drawing/2014/main" id="{8165BE25-CB2C-A702-3550-E54C635FFB8B}"/>
              </a:ext>
            </a:extLst>
          </p:cNvPr>
          <p:cNvSpPr/>
          <p:nvPr userDrawn="1"/>
        </p:nvSpPr>
        <p:spPr>
          <a:xfrm>
            <a:off x="0" y="6623632"/>
            <a:ext cx="2727248" cy="234368"/>
          </a:xfrm>
          <a:custGeom>
            <a:avLst/>
            <a:gdLst>
              <a:gd name="connsiteX0" fmla="*/ 0 w 2727248"/>
              <a:gd name="connsiteY0" fmla="*/ 0 h 234368"/>
              <a:gd name="connsiteX1" fmla="*/ 2727248 w 2727248"/>
              <a:gd name="connsiteY1" fmla="*/ 0 h 234368"/>
              <a:gd name="connsiteX2" fmla="*/ 2668656 w 2727248"/>
              <a:gd name="connsiteY2" fmla="*/ 234368 h 234368"/>
              <a:gd name="connsiteX3" fmla="*/ 0 w 2727248"/>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727248" h="234368">
                <a:moveTo>
                  <a:pt x="0" y="0"/>
                </a:moveTo>
                <a:lnTo>
                  <a:pt x="2727248" y="0"/>
                </a:lnTo>
                <a:lnTo>
                  <a:pt x="2668656"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6" name="Straight Connector 15">
            <a:extLst>
              <a:ext uri="{FF2B5EF4-FFF2-40B4-BE49-F238E27FC236}">
                <a16:creationId xmlns:a16="http://schemas.microsoft.com/office/drawing/2014/main" id="{DBDD52C3-B607-4718-8060-DE51A473193A}"/>
              </a:ext>
            </a:extLst>
          </p:cNvPr>
          <p:cNvCxnSpPr>
            <a:cxnSpLocks/>
          </p:cNvCxnSpPr>
          <p:nvPr userDrawn="1"/>
        </p:nvCxnSpPr>
        <p:spPr>
          <a:xfrm flipH="1">
            <a:off x="7401898" y="674107"/>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B11385-38B0-5A73-2ED5-5831C619DA0D}"/>
              </a:ext>
            </a:extLst>
          </p:cNvPr>
          <p:cNvCxnSpPr>
            <a:cxnSpLocks/>
          </p:cNvCxnSpPr>
          <p:nvPr userDrawn="1"/>
        </p:nvCxnSpPr>
        <p:spPr>
          <a:xfrm flipH="1">
            <a:off x="7401898" y="1741328"/>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67730C-8727-BAC3-0B31-998BCE7AE6F5}"/>
              </a:ext>
            </a:extLst>
          </p:cNvPr>
          <p:cNvCxnSpPr>
            <a:cxnSpLocks/>
          </p:cNvCxnSpPr>
          <p:nvPr userDrawn="1"/>
        </p:nvCxnSpPr>
        <p:spPr>
          <a:xfrm flipH="1">
            <a:off x="7401898" y="2808549"/>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001210-69EA-A39E-8C6B-DA7240A8DE1A}"/>
              </a:ext>
            </a:extLst>
          </p:cNvPr>
          <p:cNvCxnSpPr>
            <a:cxnSpLocks/>
          </p:cNvCxnSpPr>
          <p:nvPr userDrawn="1"/>
        </p:nvCxnSpPr>
        <p:spPr>
          <a:xfrm flipH="1">
            <a:off x="7401898" y="3875770"/>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D85AE4-5943-2EA1-DB71-60503401F79C}"/>
              </a:ext>
            </a:extLst>
          </p:cNvPr>
          <p:cNvCxnSpPr>
            <a:cxnSpLocks/>
          </p:cNvCxnSpPr>
          <p:nvPr userDrawn="1"/>
        </p:nvCxnSpPr>
        <p:spPr>
          <a:xfrm flipH="1">
            <a:off x="7401898" y="4942990"/>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 Placeholder 4">
            <a:extLst>
              <a:ext uri="{FF2B5EF4-FFF2-40B4-BE49-F238E27FC236}">
                <a16:creationId xmlns:a16="http://schemas.microsoft.com/office/drawing/2014/main" id="{846F6951-0B18-5BBC-BB37-77CFF9924B2B}"/>
              </a:ext>
            </a:extLst>
          </p:cNvPr>
          <p:cNvSpPr>
            <a:spLocks noGrp="1"/>
          </p:cNvSpPr>
          <p:nvPr>
            <p:ph type="body" sz="quarter" idx="3" hasCustomPrompt="1"/>
          </p:nvPr>
        </p:nvSpPr>
        <p:spPr>
          <a:xfrm>
            <a:off x="7406640" y="832104"/>
            <a:ext cx="996696" cy="548640"/>
          </a:xfrm>
        </p:spPr>
        <p:txBody>
          <a:bodyPr lIns="0" tIns="0" rIns="0" bIns="0" anchor="t">
            <a:normAutofit/>
          </a:bodyPr>
          <a:lstStyle>
            <a:lvl1pPr marL="0" indent="0" algn="r">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Day 000</a:t>
            </a:r>
          </a:p>
        </p:txBody>
      </p:sp>
      <p:sp>
        <p:nvSpPr>
          <p:cNvPr id="22" name="Text Placeholder 4">
            <a:extLst>
              <a:ext uri="{FF2B5EF4-FFF2-40B4-BE49-F238E27FC236}">
                <a16:creationId xmlns:a16="http://schemas.microsoft.com/office/drawing/2014/main" id="{5432D6ED-80F7-557F-BF87-75BDDB2861E6}"/>
              </a:ext>
            </a:extLst>
          </p:cNvPr>
          <p:cNvSpPr>
            <a:spLocks noGrp="1"/>
          </p:cNvSpPr>
          <p:nvPr>
            <p:ph type="body" sz="quarter" idx="16" hasCustomPrompt="1"/>
          </p:nvPr>
        </p:nvSpPr>
        <p:spPr>
          <a:xfrm>
            <a:off x="7406640" y="1901952"/>
            <a:ext cx="996696" cy="548640"/>
          </a:xfrm>
        </p:spPr>
        <p:txBody>
          <a:bodyPr lIns="0" tIns="0" rIns="0" bIns="0" anchor="t">
            <a:normAutofit/>
          </a:bodyPr>
          <a:lstStyle>
            <a:lvl1pPr marL="0" indent="0" algn="r">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Day 000</a:t>
            </a:r>
          </a:p>
        </p:txBody>
      </p:sp>
      <p:sp>
        <p:nvSpPr>
          <p:cNvPr id="23" name="Text Placeholder 4">
            <a:extLst>
              <a:ext uri="{FF2B5EF4-FFF2-40B4-BE49-F238E27FC236}">
                <a16:creationId xmlns:a16="http://schemas.microsoft.com/office/drawing/2014/main" id="{17C29E41-52B3-A130-CB20-7C3761CE7DF4}"/>
              </a:ext>
            </a:extLst>
          </p:cNvPr>
          <p:cNvSpPr>
            <a:spLocks noGrp="1"/>
          </p:cNvSpPr>
          <p:nvPr>
            <p:ph type="body" sz="quarter" idx="17" hasCustomPrompt="1"/>
          </p:nvPr>
        </p:nvSpPr>
        <p:spPr>
          <a:xfrm>
            <a:off x="7406640" y="2980944"/>
            <a:ext cx="996696" cy="548640"/>
          </a:xfrm>
        </p:spPr>
        <p:txBody>
          <a:bodyPr lIns="0" tIns="0" rIns="0" bIns="0" anchor="t">
            <a:normAutofit/>
          </a:bodyPr>
          <a:lstStyle>
            <a:lvl1pPr marL="0" indent="0" algn="r">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Day 000</a:t>
            </a:r>
          </a:p>
        </p:txBody>
      </p:sp>
      <p:sp>
        <p:nvSpPr>
          <p:cNvPr id="24" name="Text Placeholder 4">
            <a:extLst>
              <a:ext uri="{FF2B5EF4-FFF2-40B4-BE49-F238E27FC236}">
                <a16:creationId xmlns:a16="http://schemas.microsoft.com/office/drawing/2014/main" id="{1B4688B7-A0F2-62A8-EEF6-9137117B6803}"/>
              </a:ext>
            </a:extLst>
          </p:cNvPr>
          <p:cNvSpPr>
            <a:spLocks noGrp="1"/>
          </p:cNvSpPr>
          <p:nvPr>
            <p:ph type="body" sz="quarter" idx="18" hasCustomPrompt="1"/>
          </p:nvPr>
        </p:nvSpPr>
        <p:spPr>
          <a:xfrm>
            <a:off x="7406640" y="4050792"/>
            <a:ext cx="996696" cy="548640"/>
          </a:xfrm>
        </p:spPr>
        <p:txBody>
          <a:bodyPr lIns="0" tIns="0" rIns="0" bIns="0" anchor="t">
            <a:normAutofit/>
          </a:bodyPr>
          <a:lstStyle>
            <a:lvl1pPr marL="0" indent="0" algn="r">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Day 000</a:t>
            </a:r>
          </a:p>
        </p:txBody>
      </p:sp>
      <p:sp>
        <p:nvSpPr>
          <p:cNvPr id="25" name="Text Placeholder 4">
            <a:extLst>
              <a:ext uri="{FF2B5EF4-FFF2-40B4-BE49-F238E27FC236}">
                <a16:creationId xmlns:a16="http://schemas.microsoft.com/office/drawing/2014/main" id="{B821B85B-D974-5B4F-CD11-BC8425FAC541}"/>
              </a:ext>
            </a:extLst>
          </p:cNvPr>
          <p:cNvSpPr>
            <a:spLocks noGrp="1"/>
          </p:cNvSpPr>
          <p:nvPr>
            <p:ph type="body" sz="quarter" idx="19" hasCustomPrompt="1"/>
          </p:nvPr>
        </p:nvSpPr>
        <p:spPr>
          <a:xfrm>
            <a:off x="7406640" y="5120640"/>
            <a:ext cx="996696" cy="548640"/>
          </a:xfrm>
        </p:spPr>
        <p:txBody>
          <a:bodyPr lIns="0" tIns="0" rIns="0" bIns="0" anchor="t">
            <a:normAutofit/>
          </a:bodyPr>
          <a:lstStyle>
            <a:lvl1pPr marL="0" indent="0" algn="r">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Day 000</a:t>
            </a:r>
          </a:p>
        </p:txBody>
      </p:sp>
      <p:sp>
        <p:nvSpPr>
          <p:cNvPr id="26" name="Text Placeholder 11">
            <a:extLst>
              <a:ext uri="{FF2B5EF4-FFF2-40B4-BE49-F238E27FC236}">
                <a16:creationId xmlns:a16="http://schemas.microsoft.com/office/drawing/2014/main" id="{D36BBA77-DF34-1DFA-0A4F-9135D678C91A}"/>
              </a:ext>
            </a:extLst>
          </p:cNvPr>
          <p:cNvSpPr>
            <a:spLocks noGrp="1"/>
          </p:cNvSpPr>
          <p:nvPr>
            <p:ph type="body" sz="quarter" idx="20"/>
          </p:nvPr>
        </p:nvSpPr>
        <p:spPr>
          <a:xfrm>
            <a:off x="8851392" y="832104"/>
            <a:ext cx="2706624" cy="749808"/>
          </a:xfrm>
        </p:spPr>
        <p:txBody>
          <a:bodyPr lIns="0" tIns="0" rIns="0" bIns="0" anchor="t">
            <a:noAutofit/>
          </a:bodyPr>
          <a:lstStyle>
            <a:lvl1pPr marL="0" indent="0" algn="l">
              <a:lnSpc>
                <a:spcPct val="100000"/>
              </a:lnSpc>
              <a:spcBef>
                <a:spcPts val="0"/>
              </a:spcBef>
              <a:buNone/>
              <a:defRPr sz="1800" spc="10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E9A3292-191B-010F-070D-D0FDE41777DB}"/>
              </a:ext>
            </a:extLst>
          </p:cNvPr>
          <p:cNvSpPr>
            <a:spLocks noGrp="1"/>
          </p:cNvSpPr>
          <p:nvPr>
            <p:ph type="body" sz="quarter" idx="21"/>
          </p:nvPr>
        </p:nvSpPr>
        <p:spPr>
          <a:xfrm>
            <a:off x="8851392" y="1901952"/>
            <a:ext cx="2706624" cy="749808"/>
          </a:xfrm>
        </p:spPr>
        <p:txBody>
          <a:bodyPr lIns="0" tIns="0" rIns="0" bIns="0" anchor="t">
            <a:noAutofit/>
          </a:bodyPr>
          <a:lstStyle>
            <a:lvl1pPr marL="0" indent="0" algn="l">
              <a:lnSpc>
                <a:spcPct val="100000"/>
              </a:lnSpc>
              <a:spcBef>
                <a:spcPts val="0"/>
              </a:spcBef>
              <a:buNone/>
              <a:defRPr sz="1800" spc="100" baseline="0"/>
            </a:lvl1pPr>
          </a:lstStyle>
          <a:p>
            <a:pPr lvl="0"/>
            <a:r>
              <a:rPr lang="en-US"/>
              <a:t>Click to edit Master text styles</a:t>
            </a:r>
          </a:p>
        </p:txBody>
      </p:sp>
      <p:sp>
        <p:nvSpPr>
          <p:cNvPr id="28" name="Text Placeholder 11">
            <a:extLst>
              <a:ext uri="{FF2B5EF4-FFF2-40B4-BE49-F238E27FC236}">
                <a16:creationId xmlns:a16="http://schemas.microsoft.com/office/drawing/2014/main" id="{B2BC6B74-3807-C720-B915-2CF7F547C542}"/>
              </a:ext>
            </a:extLst>
          </p:cNvPr>
          <p:cNvSpPr>
            <a:spLocks noGrp="1"/>
          </p:cNvSpPr>
          <p:nvPr>
            <p:ph type="body" sz="quarter" idx="22"/>
          </p:nvPr>
        </p:nvSpPr>
        <p:spPr>
          <a:xfrm>
            <a:off x="8851392" y="2980944"/>
            <a:ext cx="2706624" cy="749808"/>
          </a:xfrm>
        </p:spPr>
        <p:txBody>
          <a:bodyPr lIns="0" tIns="0" rIns="0" bIns="0" anchor="t">
            <a:noAutofit/>
          </a:bodyPr>
          <a:lstStyle>
            <a:lvl1pPr marL="0" indent="0" algn="l">
              <a:lnSpc>
                <a:spcPct val="100000"/>
              </a:lnSpc>
              <a:spcBef>
                <a:spcPts val="0"/>
              </a:spcBef>
              <a:buNone/>
              <a:defRPr sz="1800" spc="100" baseline="0"/>
            </a:lvl1pPr>
          </a:lstStyle>
          <a:p>
            <a:pPr lvl="0"/>
            <a:r>
              <a:rPr lang="en-US"/>
              <a:t>Click to edit Master text styles</a:t>
            </a:r>
          </a:p>
        </p:txBody>
      </p:sp>
      <p:sp>
        <p:nvSpPr>
          <p:cNvPr id="29" name="Text Placeholder 11">
            <a:extLst>
              <a:ext uri="{FF2B5EF4-FFF2-40B4-BE49-F238E27FC236}">
                <a16:creationId xmlns:a16="http://schemas.microsoft.com/office/drawing/2014/main" id="{B9F69994-8695-326D-A14A-2EF6CC6B7B56}"/>
              </a:ext>
            </a:extLst>
          </p:cNvPr>
          <p:cNvSpPr>
            <a:spLocks noGrp="1"/>
          </p:cNvSpPr>
          <p:nvPr>
            <p:ph type="body" sz="quarter" idx="23"/>
          </p:nvPr>
        </p:nvSpPr>
        <p:spPr>
          <a:xfrm>
            <a:off x="8851392" y="4050792"/>
            <a:ext cx="2706624" cy="749808"/>
          </a:xfrm>
        </p:spPr>
        <p:txBody>
          <a:bodyPr lIns="0" tIns="0" rIns="0" bIns="0" anchor="t">
            <a:noAutofit/>
          </a:bodyPr>
          <a:lstStyle>
            <a:lvl1pPr marL="0" indent="0" algn="l">
              <a:lnSpc>
                <a:spcPct val="100000"/>
              </a:lnSpc>
              <a:spcBef>
                <a:spcPts val="0"/>
              </a:spcBef>
              <a:buNone/>
              <a:defRPr sz="1800" spc="100" baseline="0"/>
            </a:lvl1pPr>
          </a:lstStyle>
          <a:p>
            <a:pPr lvl="0"/>
            <a:r>
              <a:rPr lang="en-US"/>
              <a:t>Click to edit Master text styles</a:t>
            </a:r>
          </a:p>
        </p:txBody>
      </p:sp>
      <p:sp>
        <p:nvSpPr>
          <p:cNvPr id="30" name="Text Placeholder 11">
            <a:extLst>
              <a:ext uri="{FF2B5EF4-FFF2-40B4-BE49-F238E27FC236}">
                <a16:creationId xmlns:a16="http://schemas.microsoft.com/office/drawing/2014/main" id="{FFBA7C26-A391-16B9-09FE-3311997414D4}"/>
              </a:ext>
            </a:extLst>
          </p:cNvPr>
          <p:cNvSpPr>
            <a:spLocks noGrp="1"/>
          </p:cNvSpPr>
          <p:nvPr>
            <p:ph type="body" sz="quarter" idx="24"/>
          </p:nvPr>
        </p:nvSpPr>
        <p:spPr>
          <a:xfrm>
            <a:off x="8851392" y="5120640"/>
            <a:ext cx="2706624" cy="749808"/>
          </a:xfrm>
        </p:spPr>
        <p:txBody>
          <a:bodyPr lIns="0" tIns="0" rIns="0" bIns="0" anchor="t">
            <a:noAutofit/>
          </a:bodyPr>
          <a:lstStyle>
            <a:lvl1pPr marL="0" indent="0" algn="l">
              <a:lnSpc>
                <a:spcPct val="100000"/>
              </a:lnSpc>
              <a:spcBef>
                <a:spcPts val="0"/>
              </a:spcBef>
              <a:buNone/>
              <a:defRPr sz="1800" spc="100" baseline="0"/>
            </a:lvl1pPr>
          </a:lstStyle>
          <a:p>
            <a:pPr lvl="0"/>
            <a:r>
              <a:rPr lang="en-US"/>
              <a:t>Click to edit Master text styles</a:t>
            </a:r>
          </a:p>
        </p:txBody>
      </p:sp>
    </p:spTree>
    <p:extLst>
      <p:ext uri="{BB962C8B-B14F-4D97-AF65-F5344CB8AC3E}">
        <p14:creationId xmlns:p14="http://schemas.microsoft.com/office/powerpoint/2010/main" val="1662105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EA7941-4094-9338-0781-C528CF04A5FD}"/>
              </a:ext>
            </a:extLst>
          </p:cNvPr>
          <p:cNvSpPr>
            <a:spLocks noGrp="1"/>
          </p:cNvSpPr>
          <p:nvPr>
            <p:ph type="body" idx="1"/>
          </p:nvPr>
        </p:nvSpPr>
        <p:spPr>
          <a:xfrm>
            <a:off x="630936" y="2807208"/>
            <a:ext cx="5047488" cy="502920"/>
          </a:xfrm>
        </p:spPr>
        <p:txBody>
          <a:bodyPr anchor="t">
            <a:normAutofit/>
          </a:bodyPr>
          <a:lstStyle>
            <a:lvl1pPr marL="0" indent="0">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FD51E4-EBCD-B3FF-3F24-3CF3C2629984}"/>
              </a:ext>
            </a:extLst>
          </p:cNvPr>
          <p:cNvSpPr>
            <a:spLocks noGrp="1"/>
          </p:cNvSpPr>
          <p:nvPr>
            <p:ph sz="half" idx="2"/>
          </p:nvPr>
        </p:nvSpPr>
        <p:spPr>
          <a:xfrm>
            <a:off x="365760" y="3593592"/>
            <a:ext cx="5047488" cy="2313432"/>
          </a:xfrm>
        </p:spPr>
        <p:txBody>
          <a:bodyPr>
            <a:normAutofit/>
          </a:bodyPr>
          <a:lstStyle>
            <a:lvl1pPr marL="228600" indent="-228600">
              <a:spcBef>
                <a:spcPts val="1000"/>
              </a:spcBef>
              <a:buFont typeface="Courier New" panose="02070309020205020404" pitchFamily="49" charset="0"/>
              <a:buChar char="o"/>
              <a:defRPr sz="1800"/>
            </a:lvl1pPr>
            <a:lvl2pPr marL="685800" indent="-228600">
              <a:spcBef>
                <a:spcPts val="1000"/>
              </a:spcBef>
              <a:buFont typeface="Courier New" panose="02070309020205020404" pitchFamily="49" charset="0"/>
              <a:buChar char="o"/>
              <a:defRPr sz="1600"/>
            </a:lvl2pPr>
            <a:lvl3pPr marL="1143000" indent="-228600">
              <a:spcBef>
                <a:spcPts val="1000"/>
              </a:spcBef>
              <a:buFont typeface="Courier New" panose="02070309020205020404" pitchFamily="49" charset="0"/>
              <a:buChar char="o"/>
              <a:defRPr sz="1400"/>
            </a:lvl3pPr>
            <a:lvl4pPr marL="1600200" indent="-228600">
              <a:spcBef>
                <a:spcPts val="1000"/>
              </a:spcBef>
              <a:buFont typeface="Courier New" panose="02070309020205020404" pitchFamily="49" charset="0"/>
              <a:buChar char="o"/>
              <a:defRPr sz="1200"/>
            </a:lvl4pPr>
            <a:lvl5pPr marL="2057400" indent="-228600">
              <a:spcBef>
                <a:spcPts val="1000"/>
              </a:spcBef>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FCF8C5-31D4-0423-7F4E-ABC32A654C39}"/>
              </a:ext>
            </a:extLst>
          </p:cNvPr>
          <p:cNvSpPr>
            <a:spLocks noGrp="1"/>
          </p:cNvSpPr>
          <p:nvPr>
            <p:ph type="body" sz="quarter" idx="3"/>
          </p:nvPr>
        </p:nvSpPr>
        <p:spPr>
          <a:xfrm>
            <a:off x="6519672" y="2807208"/>
            <a:ext cx="5047488" cy="502920"/>
          </a:xfrm>
        </p:spPr>
        <p:txBody>
          <a:bodyPr anchor="t">
            <a:normAutofit/>
          </a:bodyPr>
          <a:lstStyle>
            <a:lvl1pPr marL="0" indent="0">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85BA47-4F04-2A14-6A5A-922821DB884D}"/>
              </a:ext>
            </a:extLst>
          </p:cNvPr>
          <p:cNvSpPr>
            <a:spLocks noGrp="1"/>
          </p:cNvSpPr>
          <p:nvPr>
            <p:ph sz="quarter" idx="4"/>
          </p:nvPr>
        </p:nvSpPr>
        <p:spPr>
          <a:xfrm>
            <a:off x="6254496" y="3593592"/>
            <a:ext cx="5047488" cy="2313432"/>
          </a:xfrm>
        </p:spPr>
        <p:txBody>
          <a:bodyPr>
            <a:normAutofit/>
          </a:bodyPr>
          <a:lstStyle>
            <a:lvl1pPr marL="228600" indent="-228600">
              <a:spcBef>
                <a:spcPts val="1000"/>
              </a:spcBef>
              <a:buFont typeface="Courier New" panose="02070309020205020404" pitchFamily="49" charset="0"/>
              <a:buChar char="o"/>
              <a:defRPr sz="1800"/>
            </a:lvl1pPr>
            <a:lvl2pPr marL="685800" indent="-228600">
              <a:spcBef>
                <a:spcPts val="1000"/>
              </a:spcBef>
              <a:buFont typeface="Courier New" panose="02070309020205020404" pitchFamily="49" charset="0"/>
              <a:buChar char="o"/>
              <a:defRPr sz="1600"/>
            </a:lvl2pPr>
            <a:lvl3pPr marL="1143000" indent="-228600">
              <a:spcBef>
                <a:spcPts val="1000"/>
              </a:spcBef>
              <a:buFont typeface="Courier New" panose="02070309020205020404" pitchFamily="49" charset="0"/>
              <a:buChar char="o"/>
              <a:defRPr sz="1400"/>
            </a:lvl3pPr>
            <a:lvl4pPr marL="1600200" indent="-228600">
              <a:spcBef>
                <a:spcPts val="1000"/>
              </a:spcBef>
              <a:buFont typeface="Courier New" panose="02070309020205020404" pitchFamily="49" charset="0"/>
              <a:buChar char="o"/>
              <a:defRPr sz="1200"/>
            </a:lvl4pPr>
            <a:lvl5pPr marL="2057400" indent="-228600">
              <a:spcBef>
                <a:spcPts val="1000"/>
              </a:spcBef>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FA4DFF-6A35-264D-A2F9-530070C576FF}"/>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BE270CE5-9CB7-3F93-F9B0-8D862409995A}"/>
              </a:ext>
            </a:extLst>
          </p:cNvPr>
          <p:cNvSpPr>
            <a:spLocks noGrp="1"/>
          </p:cNvSpPr>
          <p:nvPr>
            <p:ph type="ftr" sz="quarter" idx="11"/>
          </p:nvPr>
        </p:nvSpPr>
        <p:spPr/>
        <p:txBody>
          <a:bodyPr/>
          <a:lstStyle/>
          <a:p>
            <a:r>
              <a:rPr lang="en-US"/>
              <a:t>Fitness Presentation</a:t>
            </a:r>
            <a:endParaRPr lang="en-US" dirty="0"/>
          </a:p>
        </p:txBody>
      </p:sp>
      <p:sp>
        <p:nvSpPr>
          <p:cNvPr id="9" name="Slide Number Placeholder 8">
            <a:extLst>
              <a:ext uri="{FF2B5EF4-FFF2-40B4-BE49-F238E27FC236}">
                <a16:creationId xmlns:a16="http://schemas.microsoft.com/office/drawing/2014/main" id="{F9B5C0F7-BD2E-053D-5358-71E086008FC2}"/>
              </a:ext>
            </a:extLst>
          </p:cNvPr>
          <p:cNvSpPr>
            <a:spLocks noGrp="1"/>
          </p:cNvSpPr>
          <p:nvPr>
            <p:ph type="sldNum" sz="quarter" idx="12"/>
          </p:nvPr>
        </p:nvSpPr>
        <p:spPr/>
        <p:txBody>
          <a:bodyPr/>
          <a:lstStyle/>
          <a:p>
            <a:fld id="{290DB59D-69E7-401C-8830-EDCCB503373B}" type="slidenum">
              <a:rPr lang="en-US" smtClean="0"/>
              <a:t>‹#›</a:t>
            </a:fld>
            <a:endParaRPr lang="en-US" dirty="0"/>
          </a:p>
        </p:txBody>
      </p:sp>
      <p:sp>
        <p:nvSpPr>
          <p:cNvPr id="10" name="Freeform 1">
            <a:extLst>
              <a:ext uri="{FF2B5EF4-FFF2-40B4-BE49-F238E27FC236}">
                <a16:creationId xmlns:a16="http://schemas.microsoft.com/office/drawing/2014/main" id="{BEA032DF-05FD-17F7-479F-A3951E09F4D4}"/>
              </a:ext>
            </a:extLst>
          </p:cNvPr>
          <p:cNvSpPr/>
          <p:nvPr userDrawn="1"/>
        </p:nvSpPr>
        <p:spPr>
          <a:xfrm rot="10800000">
            <a:off x="9464752" y="0"/>
            <a:ext cx="2727248" cy="234368"/>
          </a:xfrm>
          <a:custGeom>
            <a:avLst/>
            <a:gdLst>
              <a:gd name="connsiteX0" fmla="*/ 0 w 2727248"/>
              <a:gd name="connsiteY0" fmla="*/ 0 h 234368"/>
              <a:gd name="connsiteX1" fmla="*/ 2727248 w 2727248"/>
              <a:gd name="connsiteY1" fmla="*/ 0 h 234368"/>
              <a:gd name="connsiteX2" fmla="*/ 2668656 w 2727248"/>
              <a:gd name="connsiteY2" fmla="*/ 234368 h 234368"/>
              <a:gd name="connsiteX3" fmla="*/ 0 w 2727248"/>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727248" h="234368">
                <a:moveTo>
                  <a:pt x="0" y="0"/>
                </a:moveTo>
                <a:lnTo>
                  <a:pt x="2727248" y="0"/>
                </a:lnTo>
                <a:lnTo>
                  <a:pt x="2668656"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1" name="Straight Connector 10">
            <a:extLst>
              <a:ext uri="{FF2B5EF4-FFF2-40B4-BE49-F238E27FC236}">
                <a16:creationId xmlns:a16="http://schemas.microsoft.com/office/drawing/2014/main" id="{1F06B1E1-D8EC-EDE4-11EB-4D29F35A7108}"/>
              </a:ext>
            </a:extLst>
          </p:cNvPr>
          <p:cNvCxnSpPr>
            <a:cxnSpLocks/>
          </p:cNvCxnSpPr>
          <p:nvPr userDrawn="1"/>
        </p:nvCxnSpPr>
        <p:spPr>
          <a:xfrm flipH="1">
            <a:off x="722989" y="3303692"/>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76B1D7D-979D-8108-C217-4E2DE36BDE3D}"/>
              </a:ext>
            </a:extLst>
          </p:cNvPr>
          <p:cNvCxnSpPr>
            <a:cxnSpLocks/>
          </p:cNvCxnSpPr>
          <p:nvPr userDrawn="1"/>
        </p:nvCxnSpPr>
        <p:spPr>
          <a:xfrm flipH="1">
            <a:off x="6600863" y="3303692"/>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903A0B9-E054-2F75-6039-E005C9540DE8}"/>
              </a:ext>
            </a:extLst>
          </p:cNvPr>
          <p:cNvSpPr>
            <a:spLocks noGrp="1"/>
          </p:cNvSpPr>
          <p:nvPr>
            <p:ph type="title"/>
          </p:nvPr>
        </p:nvSpPr>
        <p:spPr>
          <a:xfrm>
            <a:off x="630936" y="-54864"/>
            <a:ext cx="8385048" cy="676656"/>
          </a:xfrm>
        </p:spPr>
        <p:txBody>
          <a:bodyPr lIns="0" tIns="0" rIns="0" bIns="0" anchor="t">
            <a:noAutofit/>
          </a:bodyPr>
          <a:lstStyle>
            <a:lvl1pPr algn="l">
              <a:defRPr sz="5500" cap="all" baseline="0">
                <a:ln w="25400">
                  <a:solidFill>
                    <a:schemeClr val="bg1"/>
                  </a:solidFill>
                </a:ln>
              </a:defRPr>
            </a:lvl1pPr>
          </a:lstStyle>
          <a:p>
            <a:r>
              <a:rPr lang="en-US"/>
              <a:t>Click to edit Master title style</a:t>
            </a:r>
            <a:endParaRPr lang="en-US" dirty="0"/>
          </a:p>
        </p:txBody>
      </p:sp>
      <p:sp>
        <p:nvSpPr>
          <p:cNvPr id="14" name="Text Placeholder 13">
            <a:extLst>
              <a:ext uri="{FF2B5EF4-FFF2-40B4-BE49-F238E27FC236}">
                <a16:creationId xmlns:a16="http://schemas.microsoft.com/office/drawing/2014/main" id="{332E0089-10A5-1515-4D77-05810B45E76D}"/>
              </a:ext>
            </a:extLst>
          </p:cNvPr>
          <p:cNvSpPr>
            <a:spLocks noGrp="1"/>
          </p:cNvSpPr>
          <p:nvPr>
            <p:ph type="body" sz="quarter" idx="14"/>
          </p:nvPr>
        </p:nvSpPr>
        <p:spPr>
          <a:xfrm>
            <a:off x="1005840" y="713232"/>
            <a:ext cx="8001000" cy="676656"/>
          </a:xfrm>
        </p:spPr>
        <p:txBody>
          <a:bodyPr lIns="0" tIns="0" rIns="0" bIns="0">
            <a:noAutofit/>
          </a:bodyPr>
          <a:lstStyle>
            <a:lvl1pPr marL="0" indent="0" algn="l">
              <a:buNone/>
              <a:defRPr sz="5500" b="1" cap="all" baseline="0">
                <a:ln w="25400">
                  <a:solidFill>
                    <a:schemeClr val="bg1"/>
                  </a:solidFill>
                </a:ln>
                <a:no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86652213-673C-9229-DF21-B923490A505E}"/>
              </a:ext>
            </a:extLst>
          </p:cNvPr>
          <p:cNvSpPr>
            <a:spLocks noGrp="1"/>
          </p:cNvSpPr>
          <p:nvPr>
            <p:ph type="body" sz="quarter" idx="15"/>
          </p:nvPr>
        </p:nvSpPr>
        <p:spPr>
          <a:xfrm>
            <a:off x="1444752" y="1481328"/>
            <a:ext cx="7562088" cy="676656"/>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1427481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EA7941-4094-9338-0781-C528CF04A5FD}"/>
              </a:ext>
            </a:extLst>
          </p:cNvPr>
          <p:cNvSpPr>
            <a:spLocks noGrp="1"/>
          </p:cNvSpPr>
          <p:nvPr>
            <p:ph type="body" idx="1"/>
          </p:nvPr>
        </p:nvSpPr>
        <p:spPr>
          <a:xfrm>
            <a:off x="630936" y="2807208"/>
            <a:ext cx="2880360" cy="502920"/>
          </a:xfrm>
        </p:spPr>
        <p:txBody>
          <a:bodyPr anchor="t">
            <a:normAutofit/>
          </a:bodyPr>
          <a:lstStyle>
            <a:lvl1pPr marL="0" indent="0">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FD51E4-EBCD-B3FF-3F24-3CF3C2629984}"/>
              </a:ext>
            </a:extLst>
          </p:cNvPr>
          <p:cNvSpPr>
            <a:spLocks noGrp="1"/>
          </p:cNvSpPr>
          <p:nvPr>
            <p:ph sz="half" idx="2"/>
          </p:nvPr>
        </p:nvSpPr>
        <p:spPr>
          <a:xfrm>
            <a:off x="393192" y="3593592"/>
            <a:ext cx="2880360" cy="2313432"/>
          </a:xfrm>
        </p:spPr>
        <p:txBody>
          <a:bodyPr>
            <a:normAutofit/>
          </a:bodyPr>
          <a:lstStyle>
            <a:lvl1pPr marL="228600" indent="-228600">
              <a:spcBef>
                <a:spcPts val="1000"/>
              </a:spcBef>
              <a:buFont typeface="Courier New" panose="02070309020205020404" pitchFamily="49" charset="0"/>
              <a:buChar char="o"/>
              <a:defRPr sz="1800"/>
            </a:lvl1pPr>
            <a:lvl2pPr marL="685800" indent="-228600">
              <a:spcBef>
                <a:spcPts val="1000"/>
              </a:spcBef>
              <a:buFont typeface="Courier New" panose="02070309020205020404" pitchFamily="49" charset="0"/>
              <a:buChar char="o"/>
              <a:defRPr sz="1600"/>
            </a:lvl2pPr>
            <a:lvl3pPr marL="1143000" indent="-228600">
              <a:spcBef>
                <a:spcPts val="1000"/>
              </a:spcBef>
              <a:buFont typeface="Courier New" panose="02070309020205020404" pitchFamily="49" charset="0"/>
              <a:buChar char="o"/>
              <a:defRPr sz="1400"/>
            </a:lvl3pPr>
            <a:lvl4pPr marL="1600200" indent="-228600">
              <a:spcBef>
                <a:spcPts val="1000"/>
              </a:spcBef>
              <a:buFont typeface="Courier New" panose="02070309020205020404" pitchFamily="49" charset="0"/>
              <a:buChar char="o"/>
              <a:defRPr sz="1200"/>
            </a:lvl4pPr>
            <a:lvl5pPr marL="2057400" indent="-228600">
              <a:spcBef>
                <a:spcPts val="1000"/>
              </a:spcBef>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FCF8C5-31D4-0423-7F4E-ABC32A654C39}"/>
              </a:ext>
            </a:extLst>
          </p:cNvPr>
          <p:cNvSpPr>
            <a:spLocks noGrp="1"/>
          </p:cNvSpPr>
          <p:nvPr>
            <p:ph type="body" sz="quarter" idx="3"/>
          </p:nvPr>
        </p:nvSpPr>
        <p:spPr>
          <a:xfrm>
            <a:off x="4654296" y="2807208"/>
            <a:ext cx="2880360" cy="502920"/>
          </a:xfrm>
        </p:spPr>
        <p:txBody>
          <a:bodyPr anchor="t">
            <a:normAutofit/>
          </a:bodyPr>
          <a:lstStyle>
            <a:lvl1pPr marL="0" indent="0">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85BA47-4F04-2A14-6A5A-922821DB884D}"/>
              </a:ext>
            </a:extLst>
          </p:cNvPr>
          <p:cNvSpPr>
            <a:spLocks noGrp="1"/>
          </p:cNvSpPr>
          <p:nvPr>
            <p:ph sz="quarter" idx="4"/>
          </p:nvPr>
        </p:nvSpPr>
        <p:spPr>
          <a:xfrm>
            <a:off x="4416552" y="3593592"/>
            <a:ext cx="2880360" cy="2313432"/>
          </a:xfrm>
        </p:spPr>
        <p:txBody>
          <a:bodyPr>
            <a:normAutofit/>
          </a:bodyPr>
          <a:lstStyle>
            <a:lvl1pPr marL="228600" indent="-228600">
              <a:spcBef>
                <a:spcPts val="1000"/>
              </a:spcBef>
              <a:buFont typeface="Courier New" panose="02070309020205020404" pitchFamily="49" charset="0"/>
              <a:buChar char="o"/>
              <a:defRPr sz="1800"/>
            </a:lvl1pPr>
            <a:lvl2pPr marL="685800" indent="-228600">
              <a:spcBef>
                <a:spcPts val="1000"/>
              </a:spcBef>
              <a:buFont typeface="Courier New" panose="02070309020205020404" pitchFamily="49" charset="0"/>
              <a:buChar char="o"/>
              <a:defRPr sz="1600"/>
            </a:lvl2pPr>
            <a:lvl3pPr marL="1143000" indent="-228600">
              <a:spcBef>
                <a:spcPts val="1000"/>
              </a:spcBef>
              <a:buFont typeface="Courier New" panose="02070309020205020404" pitchFamily="49" charset="0"/>
              <a:buChar char="o"/>
              <a:defRPr sz="1400"/>
            </a:lvl3pPr>
            <a:lvl4pPr marL="1600200" indent="-228600">
              <a:spcBef>
                <a:spcPts val="1000"/>
              </a:spcBef>
              <a:buFont typeface="Courier New" panose="02070309020205020404" pitchFamily="49" charset="0"/>
              <a:buChar char="o"/>
              <a:defRPr sz="1200"/>
            </a:lvl4pPr>
            <a:lvl5pPr marL="2057400" indent="-228600">
              <a:spcBef>
                <a:spcPts val="1000"/>
              </a:spcBef>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2FA4DFF-6A35-264D-A2F9-530070C576FF}"/>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BE270CE5-9CB7-3F93-F9B0-8D862409995A}"/>
              </a:ext>
            </a:extLst>
          </p:cNvPr>
          <p:cNvSpPr>
            <a:spLocks noGrp="1"/>
          </p:cNvSpPr>
          <p:nvPr>
            <p:ph type="ftr" sz="quarter" idx="11"/>
          </p:nvPr>
        </p:nvSpPr>
        <p:spPr/>
        <p:txBody>
          <a:bodyPr/>
          <a:lstStyle/>
          <a:p>
            <a:r>
              <a:rPr lang="en-US"/>
              <a:t>Fitness Presentation</a:t>
            </a:r>
            <a:endParaRPr lang="en-US" dirty="0"/>
          </a:p>
        </p:txBody>
      </p:sp>
      <p:sp>
        <p:nvSpPr>
          <p:cNvPr id="9" name="Slide Number Placeholder 8">
            <a:extLst>
              <a:ext uri="{FF2B5EF4-FFF2-40B4-BE49-F238E27FC236}">
                <a16:creationId xmlns:a16="http://schemas.microsoft.com/office/drawing/2014/main" id="{F9B5C0F7-BD2E-053D-5358-71E086008FC2}"/>
              </a:ext>
            </a:extLst>
          </p:cNvPr>
          <p:cNvSpPr>
            <a:spLocks noGrp="1"/>
          </p:cNvSpPr>
          <p:nvPr>
            <p:ph type="sldNum" sz="quarter" idx="12"/>
          </p:nvPr>
        </p:nvSpPr>
        <p:spPr/>
        <p:txBody>
          <a:bodyPr/>
          <a:lstStyle/>
          <a:p>
            <a:fld id="{290DB59D-69E7-401C-8830-EDCCB503373B}" type="slidenum">
              <a:rPr lang="en-US" smtClean="0"/>
              <a:t>‹#›</a:t>
            </a:fld>
            <a:endParaRPr lang="en-US" dirty="0"/>
          </a:p>
        </p:txBody>
      </p:sp>
      <p:cxnSp>
        <p:nvCxnSpPr>
          <p:cNvPr id="11" name="Straight Connector 10">
            <a:extLst>
              <a:ext uri="{FF2B5EF4-FFF2-40B4-BE49-F238E27FC236}">
                <a16:creationId xmlns:a16="http://schemas.microsoft.com/office/drawing/2014/main" id="{1F06B1E1-D8EC-EDE4-11EB-4D29F35A7108}"/>
              </a:ext>
            </a:extLst>
          </p:cNvPr>
          <p:cNvCxnSpPr>
            <a:cxnSpLocks/>
          </p:cNvCxnSpPr>
          <p:nvPr userDrawn="1"/>
        </p:nvCxnSpPr>
        <p:spPr>
          <a:xfrm flipH="1">
            <a:off x="722989" y="3303692"/>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76B1D7D-979D-8108-C217-4E2DE36BDE3D}"/>
              </a:ext>
            </a:extLst>
          </p:cNvPr>
          <p:cNvCxnSpPr>
            <a:cxnSpLocks/>
          </p:cNvCxnSpPr>
          <p:nvPr userDrawn="1"/>
        </p:nvCxnSpPr>
        <p:spPr>
          <a:xfrm flipH="1">
            <a:off x="4745736" y="3303692"/>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903A0B9-E054-2F75-6039-E005C9540DE8}"/>
              </a:ext>
            </a:extLst>
          </p:cNvPr>
          <p:cNvSpPr>
            <a:spLocks noGrp="1"/>
          </p:cNvSpPr>
          <p:nvPr>
            <p:ph type="title"/>
          </p:nvPr>
        </p:nvSpPr>
        <p:spPr>
          <a:xfrm>
            <a:off x="630936" y="-54864"/>
            <a:ext cx="8385048" cy="676656"/>
          </a:xfrm>
        </p:spPr>
        <p:txBody>
          <a:bodyPr lIns="0" tIns="0" rIns="0" bIns="0" anchor="t">
            <a:noAutofit/>
          </a:bodyPr>
          <a:lstStyle>
            <a:lvl1pPr algn="l">
              <a:defRPr sz="5500" cap="all" baseline="0">
                <a:ln w="25400">
                  <a:solidFill>
                    <a:schemeClr val="bg1"/>
                  </a:solidFill>
                </a:ln>
              </a:defRPr>
            </a:lvl1pPr>
          </a:lstStyle>
          <a:p>
            <a:r>
              <a:rPr lang="en-US"/>
              <a:t>Click to edit Master title style</a:t>
            </a:r>
            <a:endParaRPr lang="en-US" dirty="0"/>
          </a:p>
        </p:txBody>
      </p:sp>
      <p:sp>
        <p:nvSpPr>
          <p:cNvPr id="14" name="Text Placeholder 13">
            <a:extLst>
              <a:ext uri="{FF2B5EF4-FFF2-40B4-BE49-F238E27FC236}">
                <a16:creationId xmlns:a16="http://schemas.microsoft.com/office/drawing/2014/main" id="{332E0089-10A5-1515-4D77-05810B45E76D}"/>
              </a:ext>
            </a:extLst>
          </p:cNvPr>
          <p:cNvSpPr>
            <a:spLocks noGrp="1"/>
          </p:cNvSpPr>
          <p:nvPr>
            <p:ph type="body" sz="quarter" idx="14"/>
          </p:nvPr>
        </p:nvSpPr>
        <p:spPr>
          <a:xfrm>
            <a:off x="1005840" y="713232"/>
            <a:ext cx="8001000" cy="676656"/>
          </a:xfrm>
        </p:spPr>
        <p:txBody>
          <a:bodyPr lIns="0" tIns="0" rIns="0" bIns="0">
            <a:noAutofit/>
          </a:bodyPr>
          <a:lstStyle>
            <a:lvl1pPr marL="0" indent="0" algn="l">
              <a:buNone/>
              <a:defRPr sz="5500" b="1" cap="all" baseline="0">
                <a:ln w="25400">
                  <a:solidFill>
                    <a:schemeClr val="bg1"/>
                  </a:solidFill>
                </a:ln>
                <a:no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86652213-673C-9229-DF21-B923490A505E}"/>
              </a:ext>
            </a:extLst>
          </p:cNvPr>
          <p:cNvSpPr>
            <a:spLocks noGrp="1"/>
          </p:cNvSpPr>
          <p:nvPr>
            <p:ph type="body" sz="quarter" idx="15"/>
          </p:nvPr>
        </p:nvSpPr>
        <p:spPr>
          <a:xfrm>
            <a:off x="1444752" y="1481328"/>
            <a:ext cx="7562088" cy="676656"/>
          </a:xfrm>
        </p:spPr>
        <p:txBody>
          <a:bodyPr lIns="0" tIns="0" rIns="0" bIns="0">
            <a:noAutofit/>
          </a:bodyPr>
          <a:lstStyle>
            <a:lvl1pPr marL="0" indent="0" algn="l">
              <a:buNone/>
              <a:defRPr sz="5500" b="1" cap="all" baseline="0">
                <a:ln w="15875">
                  <a:noFill/>
                </a:ln>
                <a:solidFill>
                  <a:schemeClr val="accent1"/>
                </a:solidFill>
                <a:latin typeface="+mj-lt"/>
              </a:defRPr>
            </a:lvl1pPr>
          </a:lstStyle>
          <a:p>
            <a:pPr lvl="0"/>
            <a:r>
              <a:rPr lang="en-US"/>
              <a:t>Click to edit Master text styles</a:t>
            </a:r>
          </a:p>
        </p:txBody>
      </p:sp>
      <p:sp>
        <p:nvSpPr>
          <p:cNvPr id="2" name="Text Placeholder 4">
            <a:extLst>
              <a:ext uri="{FF2B5EF4-FFF2-40B4-BE49-F238E27FC236}">
                <a16:creationId xmlns:a16="http://schemas.microsoft.com/office/drawing/2014/main" id="{EA0BA746-EC25-79B9-2259-4C2E3BDA4EDC}"/>
              </a:ext>
            </a:extLst>
          </p:cNvPr>
          <p:cNvSpPr>
            <a:spLocks noGrp="1"/>
          </p:cNvSpPr>
          <p:nvPr>
            <p:ph type="body" sz="quarter" idx="16"/>
          </p:nvPr>
        </p:nvSpPr>
        <p:spPr>
          <a:xfrm>
            <a:off x="8686800" y="2807208"/>
            <a:ext cx="2880360" cy="502920"/>
          </a:xfrm>
        </p:spPr>
        <p:txBody>
          <a:bodyPr anchor="t">
            <a:normAutofit/>
          </a:bodyPr>
          <a:lstStyle>
            <a:lvl1pPr marL="0" indent="0">
              <a:buNone/>
              <a:defRPr sz="2000" b="1" cap="all" spc="1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74E51966-CD5C-FED8-5B71-58FC2F00A1EA}"/>
              </a:ext>
            </a:extLst>
          </p:cNvPr>
          <p:cNvSpPr>
            <a:spLocks noGrp="1"/>
          </p:cNvSpPr>
          <p:nvPr>
            <p:ph sz="quarter" idx="17"/>
          </p:nvPr>
        </p:nvSpPr>
        <p:spPr>
          <a:xfrm>
            <a:off x="8449056" y="3593592"/>
            <a:ext cx="2880360" cy="2313432"/>
          </a:xfrm>
        </p:spPr>
        <p:txBody>
          <a:bodyPr>
            <a:normAutofit/>
          </a:bodyPr>
          <a:lstStyle>
            <a:lvl1pPr marL="228600" indent="-228600">
              <a:spcBef>
                <a:spcPts val="1000"/>
              </a:spcBef>
              <a:buFont typeface="Courier New" panose="02070309020205020404" pitchFamily="49" charset="0"/>
              <a:buChar char="o"/>
              <a:defRPr sz="1800"/>
            </a:lvl1pPr>
            <a:lvl2pPr marL="685800" indent="-228600">
              <a:spcBef>
                <a:spcPts val="1000"/>
              </a:spcBef>
              <a:buFont typeface="Courier New" panose="02070309020205020404" pitchFamily="49" charset="0"/>
              <a:buChar char="o"/>
              <a:defRPr sz="1600"/>
            </a:lvl2pPr>
            <a:lvl3pPr marL="1143000" indent="-228600">
              <a:spcBef>
                <a:spcPts val="1000"/>
              </a:spcBef>
              <a:buFont typeface="Courier New" panose="02070309020205020404" pitchFamily="49" charset="0"/>
              <a:buChar char="o"/>
              <a:defRPr sz="1400"/>
            </a:lvl3pPr>
            <a:lvl4pPr marL="1600200" indent="-228600">
              <a:spcBef>
                <a:spcPts val="1000"/>
              </a:spcBef>
              <a:buFont typeface="Courier New" panose="02070309020205020404" pitchFamily="49" charset="0"/>
              <a:buChar char="o"/>
              <a:defRPr sz="1200"/>
            </a:lvl4pPr>
            <a:lvl5pPr marL="2057400" indent="-228600">
              <a:spcBef>
                <a:spcPts val="1000"/>
              </a:spcBef>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7" name="Straight Connector 16">
            <a:extLst>
              <a:ext uri="{FF2B5EF4-FFF2-40B4-BE49-F238E27FC236}">
                <a16:creationId xmlns:a16="http://schemas.microsoft.com/office/drawing/2014/main" id="{85EF3C4D-467B-D42F-DF18-AB27AEACC8BA}"/>
              </a:ext>
            </a:extLst>
          </p:cNvPr>
          <p:cNvCxnSpPr>
            <a:cxnSpLocks/>
          </p:cNvCxnSpPr>
          <p:nvPr userDrawn="1"/>
        </p:nvCxnSpPr>
        <p:spPr>
          <a:xfrm flipH="1">
            <a:off x="8759952" y="3303692"/>
            <a:ext cx="9965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Freeform 19">
            <a:extLst>
              <a:ext uri="{FF2B5EF4-FFF2-40B4-BE49-F238E27FC236}">
                <a16:creationId xmlns:a16="http://schemas.microsoft.com/office/drawing/2014/main" id="{4E8BB561-0E6A-FD7A-3855-CC88AE16FB4F}"/>
              </a:ext>
            </a:extLst>
          </p:cNvPr>
          <p:cNvSpPr/>
          <p:nvPr userDrawn="1"/>
        </p:nvSpPr>
        <p:spPr>
          <a:xfrm>
            <a:off x="0" y="6623632"/>
            <a:ext cx="2727248" cy="234368"/>
          </a:xfrm>
          <a:custGeom>
            <a:avLst/>
            <a:gdLst>
              <a:gd name="connsiteX0" fmla="*/ 0 w 2727248"/>
              <a:gd name="connsiteY0" fmla="*/ 0 h 234368"/>
              <a:gd name="connsiteX1" fmla="*/ 2727248 w 2727248"/>
              <a:gd name="connsiteY1" fmla="*/ 0 h 234368"/>
              <a:gd name="connsiteX2" fmla="*/ 2668656 w 2727248"/>
              <a:gd name="connsiteY2" fmla="*/ 234368 h 234368"/>
              <a:gd name="connsiteX3" fmla="*/ 0 w 2727248"/>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727248" h="234368">
                <a:moveTo>
                  <a:pt x="0" y="0"/>
                </a:moveTo>
                <a:lnTo>
                  <a:pt x="2727248" y="0"/>
                </a:lnTo>
                <a:lnTo>
                  <a:pt x="2668656"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09758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BC446DBB-9662-AAEC-749A-3EAD8439E26C}"/>
              </a:ext>
            </a:extLst>
          </p:cNvPr>
          <p:cNvSpPr/>
          <p:nvPr userDrawn="1"/>
        </p:nvSpPr>
        <p:spPr>
          <a:xfrm>
            <a:off x="11467858" y="0"/>
            <a:ext cx="724143" cy="2781540"/>
          </a:xfrm>
          <a:custGeom>
            <a:avLst/>
            <a:gdLst>
              <a:gd name="connsiteX0" fmla="*/ 40465 w 724143"/>
              <a:gd name="connsiteY0" fmla="*/ 0 h 2781540"/>
              <a:gd name="connsiteX1" fmla="*/ 724143 w 724143"/>
              <a:gd name="connsiteY1" fmla="*/ 2626109 h 2781540"/>
              <a:gd name="connsiteX2" fmla="*/ 724143 w 724143"/>
              <a:gd name="connsiteY2" fmla="*/ 2781540 h 2781540"/>
              <a:gd name="connsiteX3" fmla="*/ 0 w 724143"/>
              <a:gd name="connsiteY3" fmla="*/ 1 h 2781540"/>
            </a:gdLst>
            <a:ahLst/>
            <a:cxnLst>
              <a:cxn ang="0">
                <a:pos x="connsiteX0" y="connsiteY0"/>
              </a:cxn>
              <a:cxn ang="0">
                <a:pos x="connsiteX1" y="connsiteY1"/>
              </a:cxn>
              <a:cxn ang="0">
                <a:pos x="connsiteX2" y="connsiteY2"/>
              </a:cxn>
              <a:cxn ang="0">
                <a:pos x="connsiteX3" y="connsiteY3"/>
              </a:cxn>
            </a:cxnLst>
            <a:rect l="l" t="t" r="r" b="b"/>
            <a:pathLst>
              <a:path w="724143" h="2781540">
                <a:moveTo>
                  <a:pt x="40465" y="0"/>
                </a:moveTo>
                <a:lnTo>
                  <a:pt x="724143" y="2626109"/>
                </a:lnTo>
                <a:lnTo>
                  <a:pt x="724143" y="2781540"/>
                </a:lnTo>
                <a:lnTo>
                  <a:pt x="0" y="1"/>
                </a:lnTo>
                <a:close/>
              </a:path>
            </a:pathLst>
          </a:cu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0" name="Picture Placeholder 19">
            <a:extLst>
              <a:ext uri="{FF2B5EF4-FFF2-40B4-BE49-F238E27FC236}">
                <a16:creationId xmlns:a16="http://schemas.microsoft.com/office/drawing/2014/main" id="{B8310CE5-2A39-2530-08AF-511445443AE1}"/>
              </a:ext>
            </a:extLst>
          </p:cNvPr>
          <p:cNvSpPr>
            <a:spLocks noGrp="1"/>
          </p:cNvSpPr>
          <p:nvPr>
            <p:ph type="pic" sz="quarter" idx="12"/>
          </p:nvPr>
        </p:nvSpPr>
        <p:spPr>
          <a:xfrm>
            <a:off x="0" y="0"/>
            <a:ext cx="5978940" cy="6858000"/>
          </a:xfrm>
          <a:custGeom>
            <a:avLst/>
            <a:gdLst>
              <a:gd name="connsiteX0" fmla="*/ 699082 w 5978940"/>
              <a:gd name="connsiteY0" fmla="*/ 0 h 6858000"/>
              <a:gd name="connsiteX1" fmla="*/ 5978940 w 5978940"/>
              <a:gd name="connsiteY1" fmla="*/ 0 h 6858000"/>
              <a:gd name="connsiteX2" fmla="*/ 4264440 w 5978940"/>
              <a:gd name="connsiteY2" fmla="*/ 6858000 h 6858000"/>
              <a:gd name="connsiteX3" fmla="*/ 852439 w 5978940"/>
              <a:gd name="connsiteY3" fmla="*/ 6858000 h 6858000"/>
              <a:gd name="connsiteX4" fmla="*/ 1050 w 5978940"/>
              <a:gd name="connsiteY4" fmla="*/ 3452446 h 6858000"/>
              <a:gd name="connsiteX5" fmla="*/ 0 w 5978940"/>
              <a:gd name="connsiteY5" fmla="*/ 3452446 h 6858000"/>
              <a:gd name="connsiteX6" fmla="*/ 0 w 5978940"/>
              <a:gd name="connsiteY6" fmla="*/ 27963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940" h="6858000">
                <a:moveTo>
                  <a:pt x="699082" y="0"/>
                </a:moveTo>
                <a:lnTo>
                  <a:pt x="5978940" y="0"/>
                </a:lnTo>
                <a:lnTo>
                  <a:pt x="4264440" y="6858000"/>
                </a:lnTo>
                <a:lnTo>
                  <a:pt x="852439" y="6858000"/>
                </a:lnTo>
                <a:lnTo>
                  <a:pt x="1050" y="3452446"/>
                </a:lnTo>
                <a:lnTo>
                  <a:pt x="0" y="3452446"/>
                </a:lnTo>
                <a:lnTo>
                  <a:pt x="0" y="2796328"/>
                </a:lnTo>
                <a:close/>
              </a:path>
            </a:pathLst>
          </a:custGeom>
        </p:spPr>
        <p:txBody>
          <a:bodyPr wrap="square"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67E307E3-615E-4065-DAA5-78851025C65D}"/>
              </a:ext>
            </a:extLst>
          </p:cNvPr>
          <p:cNvSpPr>
            <a:spLocks noGrp="1"/>
          </p:cNvSpPr>
          <p:nvPr>
            <p:ph type="title"/>
          </p:nvPr>
        </p:nvSpPr>
        <p:spPr>
          <a:xfrm>
            <a:off x="640080" y="2331720"/>
            <a:ext cx="5897880" cy="676656"/>
          </a:xfrm>
        </p:spPr>
        <p:txBody>
          <a:bodyPr lIns="0" tIns="0" rIns="0" bIns="0" anchor="t">
            <a:noAutofit/>
          </a:bodyPr>
          <a:lstStyle>
            <a:lvl1pPr algn="r">
              <a:defRPr sz="5500" cap="all" baseline="0">
                <a:ln w="25400">
                  <a:solidFill>
                    <a:schemeClr val="bg1"/>
                  </a:solidFill>
                </a:ln>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5CC062D3-982A-92E2-D7A3-183CDAFA8290}"/>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5EA91D1E-822C-BF84-967A-1B4AC3C0A36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1" name="Content Placeholder 10">
            <a:extLst>
              <a:ext uri="{FF2B5EF4-FFF2-40B4-BE49-F238E27FC236}">
                <a16:creationId xmlns:a16="http://schemas.microsoft.com/office/drawing/2014/main" id="{42826EA2-1F85-8AB9-0C2A-E95F5E3AA2CC}"/>
              </a:ext>
            </a:extLst>
          </p:cNvPr>
          <p:cNvSpPr>
            <a:spLocks noGrp="1"/>
          </p:cNvSpPr>
          <p:nvPr>
            <p:ph sz="quarter" idx="13"/>
          </p:nvPr>
        </p:nvSpPr>
        <p:spPr>
          <a:xfrm>
            <a:off x="7662672" y="1143000"/>
            <a:ext cx="3694176" cy="4572000"/>
          </a:xfrm>
        </p:spPr>
        <p:txBody>
          <a:bodyPr anchor="ctr"/>
          <a:lstStyle>
            <a:lvl1pPr marL="0" indent="0">
              <a:lnSpc>
                <a:spcPct val="150000"/>
              </a:lnSpc>
              <a:buFont typeface="Courier New" panose="02070309020205020404" pitchFamily="49" charset="0"/>
              <a:buNone/>
              <a:defRPr sz="1800" b="0" cap="none" baseline="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600"/>
            </a:lvl3pPr>
            <a:lvl4pPr marL="1600200" indent="-228600">
              <a:buFont typeface="Courier New" panose="02070309020205020404" pitchFamily="49" charset="0"/>
              <a:buChar char="o"/>
              <a:defRPr sz="1400"/>
            </a:lvl4pPr>
            <a:lvl5pPr marL="2057400" indent="-228600">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6C0D53C6-746B-0B30-1EA2-115506B5FBB3}"/>
              </a:ext>
            </a:extLst>
          </p:cNvPr>
          <p:cNvSpPr>
            <a:spLocks noGrp="1"/>
          </p:cNvSpPr>
          <p:nvPr>
            <p:ph type="body" sz="quarter" idx="14"/>
          </p:nvPr>
        </p:nvSpPr>
        <p:spPr>
          <a:xfrm>
            <a:off x="640080" y="3099816"/>
            <a:ext cx="5532120" cy="676656"/>
          </a:xfrm>
        </p:spPr>
        <p:txBody>
          <a:bodyPr lIns="0" tIns="0" rIns="0" bIns="0">
            <a:noAutofit/>
          </a:bodyPr>
          <a:lstStyle>
            <a:lvl1pPr marL="0" indent="0" algn="r">
              <a:buNone/>
              <a:defRPr sz="5500" b="1" cap="all" baseline="0">
                <a:ln w="25400">
                  <a:solidFill>
                    <a:schemeClr val="bg1"/>
                  </a:solidFill>
                </a:ln>
                <a:no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99E3A49B-132C-8354-0143-55537669432C}"/>
              </a:ext>
            </a:extLst>
          </p:cNvPr>
          <p:cNvSpPr>
            <a:spLocks noGrp="1"/>
          </p:cNvSpPr>
          <p:nvPr>
            <p:ph type="body" sz="quarter" idx="15"/>
          </p:nvPr>
        </p:nvSpPr>
        <p:spPr>
          <a:xfrm>
            <a:off x="640080" y="3867912"/>
            <a:ext cx="5166360" cy="676656"/>
          </a:xfrm>
        </p:spPr>
        <p:txBody>
          <a:bodyPr lIns="0" tIns="0" rIns="0" bIns="0">
            <a:noAutofit/>
          </a:bodyPr>
          <a:lstStyle>
            <a:lvl1pPr marL="0" indent="0" algn="r">
              <a:buNone/>
              <a:defRPr sz="5500" b="1" cap="all" baseline="0">
                <a:ln w="15875">
                  <a:noFill/>
                </a:ln>
                <a:solidFill>
                  <a:schemeClr val="accent1"/>
                </a:solidFill>
                <a:latin typeface="+mj-lt"/>
              </a:defRPr>
            </a:lvl1pPr>
          </a:lstStyle>
          <a:p>
            <a:pPr lvl="0"/>
            <a:r>
              <a:rPr lang="en-US"/>
              <a:t>Click to edit Master text styles</a:t>
            </a:r>
          </a:p>
        </p:txBody>
      </p:sp>
      <p:sp>
        <p:nvSpPr>
          <p:cNvPr id="21" name="Freeform 3">
            <a:extLst>
              <a:ext uri="{FF2B5EF4-FFF2-40B4-BE49-F238E27FC236}">
                <a16:creationId xmlns:a16="http://schemas.microsoft.com/office/drawing/2014/main" id="{99A1EBC8-5BEE-A0E4-B56E-C4544BE8FFC6}"/>
              </a:ext>
            </a:extLst>
          </p:cNvPr>
          <p:cNvSpPr/>
          <p:nvPr userDrawn="1"/>
        </p:nvSpPr>
        <p:spPr>
          <a:xfrm flipV="1">
            <a:off x="0" y="3452446"/>
            <a:ext cx="858300" cy="3429000"/>
          </a:xfrm>
          <a:custGeom>
            <a:avLst/>
            <a:gdLst>
              <a:gd name="connsiteX0" fmla="*/ 858300 w 858300"/>
              <a:gd name="connsiteY0" fmla="*/ 0 h 3429000"/>
              <a:gd name="connsiteX1" fmla="*/ 0 w 858300"/>
              <a:gd name="connsiteY1" fmla="*/ 0 h 3429000"/>
              <a:gd name="connsiteX2" fmla="*/ 0 w 858300"/>
              <a:gd name="connsiteY2" fmla="*/ 3429000 h 3429000"/>
              <a:gd name="connsiteX3" fmla="*/ 1050 w 8583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858300" h="3429000">
                <a:moveTo>
                  <a:pt x="858300" y="0"/>
                </a:moveTo>
                <a:lnTo>
                  <a:pt x="0" y="0"/>
                </a:lnTo>
                <a:lnTo>
                  <a:pt x="0" y="3429000"/>
                </a:lnTo>
                <a:lnTo>
                  <a:pt x="1050" y="3429000"/>
                </a:lnTo>
                <a:close/>
              </a:path>
            </a:pathLst>
          </a:custGeom>
          <a:solidFill>
            <a:schemeClr val="accent1">
              <a:lumMod val="7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57494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E5307491-23CE-8355-10C4-42A34B90B34F}"/>
              </a:ext>
            </a:extLst>
          </p:cNvPr>
          <p:cNvSpPr>
            <a:spLocks noGrp="1"/>
          </p:cNvSpPr>
          <p:nvPr>
            <p:ph type="body" sz="quarter" idx="11"/>
          </p:nvPr>
        </p:nvSpPr>
        <p:spPr>
          <a:xfrm>
            <a:off x="5425440" y="54864"/>
            <a:ext cx="6766560" cy="6858000"/>
          </a:xfrm>
        </p:spPr>
        <p:txBody>
          <a:bodyPr lIns="0" tIns="0" rIns="0" bIns="0" anchor="t">
            <a:noAutofit/>
          </a:bodyPr>
          <a:lstStyle>
            <a:lvl1pPr marL="0" indent="0" algn="r">
              <a:lnSpc>
                <a:spcPct val="75000"/>
              </a:lnSpc>
              <a:spcBef>
                <a:spcPts val="0"/>
              </a:spcBef>
              <a:buNone/>
              <a:defRPr sz="8800" b="1" cap="all" baseline="0">
                <a:ln w="34925">
                  <a:solidFill>
                    <a:schemeClr val="accent6"/>
                  </a:solidFill>
                </a:ln>
                <a:noFill/>
                <a:latin typeface="+mj-lt"/>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A421A0C3-CA91-989A-C39F-D68CE4FD479F}"/>
              </a:ext>
            </a:extLst>
          </p:cNvPr>
          <p:cNvSpPr>
            <a:spLocks noGrp="1"/>
          </p:cNvSpPr>
          <p:nvPr>
            <p:ph type="pic" sz="quarter" idx="10"/>
          </p:nvPr>
        </p:nvSpPr>
        <p:spPr>
          <a:xfrm>
            <a:off x="4860090" y="0"/>
            <a:ext cx="7331911" cy="6857997"/>
          </a:xfrm>
          <a:custGeom>
            <a:avLst/>
            <a:gdLst>
              <a:gd name="connsiteX0" fmla="*/ 957944 w 7331911"/>
              <a:gd name="connsiteY0" fmla="*/ 0 h 6857997"/>
              <a:gd name="connsiteX1" fmla="*/ 3277866 w 7331911"/>
              <a:gd name="connsiteY1" fmla="*/ 0 h 6857997"/>
              <a:gd name="connsiteX2" fmla="*/ 7331911 w 7331911"/>
              <a:gd name="connsiteY2" fmla="*/ 3174840 h 6857997"/>
              <a:gd name="connsiteX3" fmla="*/ 7331911 w 7331911"/>
              <a:gd name="connsiteY3" fmla="*/ 4249156 h 6857997"/>
              <a:gd name="connsiteX4" fmla="*/ 926985 w 7331911"/>
              <a:gd name="connsiteY4" fmla="*/ 6857997 h 6857997"/>
              <a:gd name="connsiteX5" fmla="*/ 0 w 7331911"/>
              <a:gd name="connsiteY5"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1911" h="6857997">
                <a:moveTo>
                  <a:pt x="957944" y="0"/>
                </a:moveTo>
                <a:lnTo>
                  <a:pt x="3277866" y="0"/>
                </a:lnTo>
                <a:lnTo>
                  <a:pt x="7331911" y="3174840"/>
                </a:lnTo>
                <a:lnTo>
                  <a:pt x="7331911" y="4249156"/>
                </a:lnTo>
                <a:lnTo>
                  <a:pt x="926985" y="6857997"/>
                </a:lnTo>
                <a:lnTo>
                  <a:pt x="0" y="6857997"/>
                </a:lnTo>
                <a:close/>
              </a:path>
            </a:pathLst>
          </a:custGeom>
          <a:solidFill>
            <a:schemeClr val="tx1"/>
          </a:solidFill>
        </p:spPr>
        <p:txBody>
          <a:bodyPr wrap="square" anchor="ctr">
            <a:noAutofit/>
          </a:bodyPr>
          <a:lstStyle>
            <a:lvl1pPr marL="0" indent="0" algn="ctr">
              <a:buNone/>
              <a:defRPr/>
            </a:lvl1pPr>
          </a:lstStyle>
          <a:p>
            <a:r>
              <a:rPr lang="en-US"/>
              <a:t>Click icon to add picture</a:t>
            </a:r>
            <a:endParaRPr lang="en-US" dirty="0"/>
          </a:p>
        </p:txBody>
      </p:sp>
      <p:sp>
        <p:nvSpPr>
          <p:cNvPr id="15" name="Freeform 12">
            <a:extLst>
              <a:ext uri="{FF2B5EF4-FFF2-40B4-BE49-F238E27FC236}">
                <a16:creationId xmlns:a16="http://schemas.microsoft.com/office/drawing/2014/main" id="{BB3A20D7-F413-446F-855D-2CD7B20EE777}"/>
              </a:ext>
            </a:extLst>
          </p:cNvPr>
          <p:cNvSpPr/>
          <p:nvPr userDrawn="1"/>
        </p:nvSpPr>
        <p:spPr>
          <a:xfrm>
            <a:off x="0" y="6639674"/>
            <a:ext cx="2989300" cy="234368"/>
          </a:xfrm>
          <a:custGeom>
            <a:avLst/>
            <a:gdLst>
              <a:gd name="connsiteX0" fmla="*/ 0 w 2989300"/>
              <a:gd name="connsiteY0" fmla="*/ 0 h 234368"/>
              <a:gd name="connsiteX1" fmla="*/ 2989300 w 2989300"/>
              <a:gd name="connsiteY1" fmla="*/ 0 h 234368"/>
              <a:gd name="connsiteX2" fmla="*/ 2930708 w 2989300"/>
              <a:gd name="connsiteY2" fmla="*/ 234368 h 234368"/>
              <a:gd name="connsiteX3" fmla="*/ 0 w 2989300"/>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989300" h="234368">
                <a:moveTo>
                  <a:pt x="0" y="0"/>
                </a:moveTo>
                <a:lnTo>
                  <a:pt x="2989300" y="0"/>
                </a:lnTo>
                <a:lnTo>
                  <a:pt x="2930708"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585216" y="1636776"/>
            <a:ext cx="6044184" cy="896112"/>
          </a:xfrm>
        </p:spPr>
        <p:txBody>
          <a:bodyPr lIns="0" tIns="0" rIns="0" bIns="0" anchor="t">
            <a:noAutofit/>
          </a:bodyPr>
          <a:lstStyle>
            <a:lvl1pPr algn="l">
              <a:defRPr sz="5500" cap="all" spc="200" baseline="0">
                <a:ln w="15875">
                  <a:noFill/>
                </a:ln>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85216" y="2926080"/>
            <a:ext cx="5559552" cy="1399032"/>
          </a:xfrm>
        </p:spPr>
        <p:txBody>
          <a:bodyPr lIns="0" tIns="45720" rIns="0" bIns="0">
            <a:noAutofit/>
          </a:bodyPr>
          <a:lstStyle>
            <a:lvl1pPr marL="0" indent="0" algn="l">
              <a:buNone/>
              <a:defRPr sz="2400" b="1"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46508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C62089F5-4CC6-7B48-8855-8BEEDF5BFED6}"/>
              </a:ext>
            </a:extLst>
          </p:cNvPr>
          <p:cNvSpPr>
            <a:spLocks noGrp="1"/>
          </p:cNvSpPr>
          <p:nvPr>
            <p:ph type="ftr" sz="quarter" idx="3"/>
          </p:nvPr>
        </p:nvSpPr>
        <p:spPr>
          <a:xfrm>
            <a:off x="7099139" y="6176963"/>
            <a:ext cx="3890010" cy="365125"/>
          </a:xfrm>
          <a:prstGeom prst="rect">
            <a:avLst/>
          </a:prstGeom>
        </p:spPr>
        <p:txBody>
          <a:bodyPr anchor="ctr"/>
          <a:lstStyle>
            <a:lvl1pPr algn="r">
              <a:defRPr sz="1000" b="1" i="0" spc="200" baseline="0">
                <a:solidFill>
                  <a:schemeClr val="bg1"/>
                </a:solidFill>
                <a:latin typeface="Univers Condensed" panose="020B0506020202050204" pitchFamily="34" charset="0"/>
              </a:defRPr>
            </a:lvl1pPr>
          </a:lstStyle>
          <a:p>
            <a:r>
              <a:rPr lang="en-US" dirty="0"/>
              <a:t>Fitness Presentation</a:t>
            </a:r>
          </a:p>
        </p:txBody>
      </p:sp>
      <p:sp>
        <p:nvSpPr>
          <p:cNvPr id="8" name="Slide Number Placeholder 5">
            <a:extLst>
              <a:ext uri="{FF2B5EF4-FFF2-40B4-BE49-F238E27FC236}">
                <a16:creationId xmlns:a16="http://schemas.microsoft.com/office/drawing/2014/main" id="{8C0D905E-F05F-ACBD-3A07-3A060DE9CD3C}"/>
              </a:ext>
            </a:extLst>
          </p:cNvPr>
          <p:cNvSpPr>
            <a:spLocks noGrp="1"/>
          </p:cNvSpPr>
          <p:nvPr>
            <p:ph type="sldNum" sz="quarter" idx="4"/>
          </p:nvPr>
        </p:nvSpPr>
        <p:spPr>
          <a:xfrm>
            <a:off x="11145359" y="6176963"/>
            <a:ext cx="440851" cy="365125"/>
          </a:xfrm>
          <a:prstGeom prst="rect">
            <a:avLst/>
          </a:prstGeom>
        </p:spPr>
        <p:txBody>
          <a:bodyPr anchor="ctr"/>
          <a:lstStyle>
            <a:lvl1pPr algn="l">
              <a:defRPr sz="1000" b="1" i="0" spc="200" baseline="0">
                <a:solidFill>
                  <a:schemeClr val="bg1"/>
                </a:solidFill>
                <a:latin typeface="Univers Condensed" panose="020B0506020202050204" pitchFamily="34" charset="0"/>
              </a:defRPr>
            </a:lvl1p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CF3B3268-9759-AA4D-E54F-C236EB2FC6E3}"/>
              </a:ext>
            </a:extLst>
          </p:cNvPr>
          <p:cNvCxnSpPr>
            <a:cxnSpLocks/>
          </p:cNvCxnSpPr>
          <p:nvPr userDrawn="1"/>
        </p:nvCxnSpPr>
        <p:spPr>
          <a:xfrm>
            <a:off x="11067254" y="6194933"/>
            <a:ext cx="0" cy="3291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089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03374-C511-14CB-4BF8-849B3C4CC039}"/>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E196DCE-D24B-2D8F-5484-946955CDB898}"/>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F369101A-9050-5D45-B689-71FFD31FF61A}"/>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Freeform 12">
            <a:extLst>
              <a:ext uri="{FF2B5EF4-FFF2-40B4-BE49-F238E27FC236}">
                <a16:creationId xmlns:a16="http://schemas.microsoft.com/office/drawing/2014/main" id="{94ABE7A0-3CFC-F12D-2579-E8FF93C526CD}"/>
              </a:ext>
            </a:extLst>
          </p:cNvPr>
          <p:cNvSpPr/>
          <p:nvPr userDrawn="1"/>
        </p:nvSpPr>
        <p:spPr>
          <a:xfrm>
            <a:off x="0" y="6639674"/>
            <a:ext cx="2989300" cy="234368"/>
          </a:xfrm>
          <a:custGeom>
            <a:avLst/>
            <a:gdLst>
              <a:gd name="connsiteX0" fmla="*/ 0 w 2989300"/>
              <a:gd name="connsiteY0" fmla="*/ 0 h 234368"/>
              <a:gd name="connsiteX1" fmla="*/ 2989300 w 2989300"/>
              <a:gd name="connsiteY1" fmla="*/ 0 h 234368"/>
              <a:gd name="connsiteX2" fmla="*/ 2930708 w 2989300"/>
              <a:gd name="connsiteY2" fmla="*/ 234368 h 234368"/>
              <a:gd name="connsiteX3" fmla="*/ 0 w 2989300"/>
              <a:gd name="connsiteY3" fmla="*/ 234368 h 234368"/>
            </a:gdLst>
            <a:ahLst/>
            <a:cxnLst>
              <a:cxn ang="0">
                <a:pos x="connsiteX0" y="connsiteY0"/>
              </a:cxn>
              <a:cxn ang="0">
                <a:pos x="connsiteX1" y="connsiteY1"/>
              </a:cxn>
              <a:cxn ang="0">
                <a:pos x="connsiteX2" y="connsiteY2"/>
              </a:cxn>
              <a:cxn ang="0">
                <a:pos x="connsiteX3" y="connsiteY3"/>
              </a:cxn>
            </a:cxnLst>
            <a:rect l="l" t="t" r="r" b="b"/>
            <a:pathLst>
              <a:path w="2989300" h="234368">
                <a:moveTo>
                  <a:pt x="0" y="0"/>
                </a:moveTo>
                <a:lnTo>
                  <a:pt x="2989300" y="0"/>
                </a:lnTo>
                <a:lnTo>
                  <a:pt x="2930708" y="234368"/>
                </a:lnTo>
                <a:lnTo>
                  <a:pt x="0" y="2343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27792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605790" y="381000"/>
            <a:ext cx="1098423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605790" y="1825625"/>
            <a:ext cx="5490210" cy="34292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41E854BE-CF39-EF27-9D7B-11DB950D69DE}"/>
              </a:ext>
            </a:extLst>
          </p:cNvPr>
          <p:cNvSpPr>
            <a:spLocks noGrp="1"/>
          </p:cNvSpPr>
          <p:nvPr>
            <p:ph type="ftr" sz="quarter" idx="3"/>
          </p:nvPr>
        </p:nvSpPr>
        <p:spPr>
          <a:xfrm>
            <a:off x="7099139" y="6176963"/>
            <a:ext cx="3890010" cy="365125"/>
          </a:xfrm>
          <a:prstGeom prst="rect">
            <a:avLst/>
          </a:prstGeom>
        </p:spPr>
        <p:txBody>
          <a:bodyPr anchor="ctr"/>
          <a:lstStyle>
            <a:lvl1pPr algn="r">
              <a:defRPr sz="1000" b="1" i="0" cap="all" spc="200" baseline="0">
                <a:solidFill>
                  <a:schemeClr val="bg1"/>
                </a:solidFill>
                <a:latin typeface="Univers Condensed" panose="020B0506020202050204" pitchFamily="34" charset="0"/>
              </a:defRPr>
            </a:lvl1pPr>
          </a:lstStyle>
          <a:p>
            <a:r>
              <a:rPr lang="en-US" dirty="0"/>
              <a:t>Fitness Presentation</a:t>
            </a:r>
          </a:p>
        </p:txBody>
      </p:sp>
      <p:sp>
        <p:nvSpPr>
          <p:cNvPr id="10" name="Slide Number Placeholder 5">
            <a:extLst>
              <a:ext uri="{FF2B5EF4-FFF2-40B4-BE49-F238E27FC236}">
                <a16:creationId xmlns:a16="http://schemas.microsoft.com/office/drawing/2014/main" id="{CB8B55D1-DE0D-79B9-9FE8-7294AFCC7CC4}"/>
              </a:ext>
            </a:extLst>
          </p:cNvPr>
          <p:cNvSpPr>
            <a:spLocks noGrp="1"/>
          </p:cNvSpPr>
          <p:nvPr>
            <p:ph type="sldNum" sz="quarter" idx="4"/>
          </p:nvPr>
        </p:nvSpPr>
        <p:spPr>
          <a:xfrm>
            <a:off x="11145359" y="6176963"/>
            <a:ext cx="440851" cy="365125"/>
          </a:xfrm>
          <a:prstGeom prst="rect">
            <a:avLst/>
          </a:prstGeom>
        </p:spPr>
        <p:txBody>
          <a:bodyPr anchor="ctr"/>
          <a:lstStyle>
            <a:lvl1pPr algn="l">
              <a:defRPr sz="1000" b="1" i="0" spc="200" baseline="0">
                <a:solidFill>
                  <a:schemeClr val="bg1"/>
                </a:solidFill>
                <a:latin typeface="Univers Condensed" panose="020B0506020202050204" pitchFamily="34" charset="0"/>
              </a:defRPr>
            </a:lvl1pPr>
          </a:lstStyle>
          <a:p>
            <a:fld id="{294A09A9-5501-47C1-A89A-A340965A2BE2}" type="slidenum">
              <a:rPr lang="en-US" smtClean="0"/>
              <a:pPr/>
              <a:t>‹#›</a:t>
            </a:fld>
            <a:endParaRPr lang="en-US" dirty="0"/>
          </a:p>
        </p:txBody>
      </p:sp>
      <p:cxnSp>
        <p:nvCxnSpPr>
          <p:cNvPr id="4" name="Straight Connector 3">
            <a:extLst>
              <a:ext uri="{FF2B5EF4-FFF2-40B4-BE49-F238E27FC236}">
                <a16:creationId xmlns:a16="http://schemas.microsoft.com/office/drawing/2014/main" id="{E326C3A6-3F37-BCF0-303D-F127E0721BC0}"/>
              </a:ext>
            </a:extLst>
          </p:cNvPr>
          <p:cNvCxnSpPr>
            <a:cxnSpLocks/>
          </p:cNvCxnSpPr>
          <p:nvPr userDrawn="1"/>
        </p:nvCxnSpPr>
        <p:spPr>
          <a:xfrm>
            <a:off x="11067254" y="6194933"/>
            <a:ext cx="0" cy="3291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9" r:id="rId1"/>
    <p:sldLayoutId id="2147483677" r:id="rId2"/>
    <p:sldLayoutId id="2147483678" r:id="rId3"/>
    <p:sldLayoutId id="2147483680" r:id="rId4"/>
    <p:sldLayoutId id="2147483681" r:id="rId5"/>
    <p:sldLayoutId id="2147483676" r:id="rId6"/>
    <p:sldLayoutId id="2147483682" r:id="rId7"/>
    <p:sldLayoutId id="2147483683" r:id="rId8"/>
    <p:sldLayoutId id="2147483684" r:id="rId9"/>
    <p:sldLayoutId id="2147483701" r:id="rId10"/>
    <p:sldLayoutId id="2147483700" r:id="rId11"/>
    <p:sldLayoutId id="2147483690" r:id="rId12"/>
    <p:sldLayoutId id="2147483697" r:id="rId13"/>
    <p:sldLayoutId id="2147483698" r:id="rId14"/>
    <p:sldLayoutId id="2147483699" r:id="rId15"/>
    <p:sldLayoutId id="2147483656" r:id="rId16"/>
    <p:sldLayoutId id="2147483702" r:id="rId17"/>
  </p:sldLayoutIdLst>
  <p:hf hdr="0" dt="0"/>
  <p:txStyles>
    <p:titleStyle>
      <a:lvl1pPr algn="l" defTabSz="914400" rtl="0" eaLnBrk="1" latinLnBrk="0" hangingPunct="1">
        <a:lnSpc>
          <a:spcPct val="90000"/>
        </a:lnSpc>
        <a:spcBef>
          <a:spcPct val="0"/>
        </a:spcBef>
        <a:buNone/>
        <a:defRPr sz="5400" b="1" i="0" kern="1200">
          <a:ln w="15875">
            <a:solidFill>
              <a:schemeClr val="bg1"/>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hyperlink" Target="https://amjadhospitals.com/orthopedic-surger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file:///C:\JUDITH\Spring%202026\Programming\PostOpPal.p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7CC93A-7A26-1131-2461-4051D8C4BA6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2191544"/>
            <a:ext cx="12192000" cy="3500437"/>
          </a:xfrm>
          <a:prstGeom prst="rect">
            <a:avLst/>
          </a:prstGeom>
        </p:spPr>
      </p:pic>
      <p:sp>
        <p:nvSpPr>
          <p:cNvPr id="15" name="Rectangle 14">
            <a:extLst>
              <a:ext uri="{FF2B5EF4-FFF2-40B4-BE49-F238E27FC236}">
                <a16:creationId xmlns:a16="http://schemas.microsoft.com/office/drawing/2014/main" id="{71838160-BD53-9250-D702-635CE8386C3E}"/>
              </a:ext>
            </a:extLst>
          </p:cNvPr>
          <p:cNvSpPr/>
          <p:nvPr/>
        </p:nvSpPr>
        <p:spPr>
          <a:xfrm>
            <a:off x="10940716" y="5951621"/>
            <a:ext cx="352926" cy="73793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3">
            <a:extLst>
              <a:ext uri="{FF2B5EF4-FFF2-40B4-BE49-F238E27FC236}">
                <a16:creationId xmlns:a16="http://schemas.microsoft.com/office/drawing/2014/main" id="{568D0DDD-BF4D-B95A-F4A1-49A5FF31818E}"/>
              </a:ext>
            </a:extLst>
          </p:cNvPr>
          <p:cNvSpPr>
            <a:spLocks noGrp="1"/>
          </p:cNvSpPr>
          <p:nvPr>
            <p:ph type="ftr" sz="quarter" idx="10"/>
          </p:nvPr>
        </p:nvSpPr>
        <p:spPr>
          <a:xfrm>
            <a:off x="5149515" y="6104397"/>
            <a:ext cx="6802160" cy="432384"/>
          </a:xfrm>
        </p:spPr>
        <p:txBody>
          <a:bodyPr/>
          <a:lstStyle/>
          <a:p>
            <a:r>
              <a:rPr lang="en-US" sz="3200" dirty="0"/>
              <a:t>Judith </a:t>
            </a:r>
            <a:r>
              <a:rPr lang="en-US" sz="3200" dirty="0" err="1"/>
              <a:t>southard</a:t>
            </a:r>
            <a:r>
              <a:rPr lang="en-US" sz="3200" dirty="0"/>
              <a:t>, Pt, DPT</a:t>
            </a:r>
          </a:p>
        </p:txBody>
      </p:sp>
      <p:sp>
        <p:nvSpPr>
          <p:cNvPr id="2" name="Rectangle 1">
            <a:extLst>
              <a:ext uri="{FF2B5EF4-FFF2-40B4-BE49-F238E27FC236}">
                <a16:creationId xmlns:a16="http://schemas.microsoft.com/office/drawing/2014/main" id="{B844F182-D5DE-0107-1485-876473D858F1}"/>
              </a:ext>
            </a:extLst>
          </p:cNvPr>
          <p:cNvSpPr/>
          <p:nvPr/>
        </p:nvSpPr>
        <p:spPr>
          <a:xfrm>
            <a:off x="610049" y="288357"/>
            <a:ext cx="3262432" cy="923330"/>
          </a:xfrm>
          <a:prstGeom prst="rect">
            <a:avLst/>
          </a:prstGeom>
          <a:noFill/>
        </p:spPr>
        <p:txBody>
          <a:bodyPr wrap="none" lIns="91440" tIns="45720" rIns="91440" bIns="45720">
            <a:spAutoFit/>
          </a:bodyPr>
          <a:lstStyle/>
          <a:p>
            <a:pPr algn="ctr"/>
            <a:r>
              <a:rPr lang="en-US" sz="5400" b="1" cap="none" spc="0" dirty="0" err="1">
                <a:ln w="0"/>
                <a:solidFill>
                  <a:schemeClr val="accent1"/>
                </a:solidFill>
                <a:effectLst>
                  <a:outerShdw blurRad="38100" dist="25400" dir="5400000" algn="ctr" rotWithShape="0">
                    <a:srgbClr val="6E747A">
                      <a:alpha val="43000"/>
                    </a:srgbClr>
                  </a:outerShdw>
                </a:effectLst>
              </a:rPr>
              <a:t>PostOp</a:t>
            </a:r>
            <a:r>
              <a:rPr lang="en-US" sz="5400" b="1" cap="none" spc="0" dirty="0">
                <a:ln w="0"/>
                <a:solidFill>
                  <a:schemeClr val="accent1"/>
                </a:solidFill>
                <a:effectLst>
                  <a:outerShdw blurRad="38100" dist="25400" dir="5400000" algn="ctr" rotWithShape="0">
                    <a:srgbClr val="6E747A">
                      <a:alpha val="43000"/>
                    </a:srgbClr>
                  </a:outerShdw>
                </a:effectLst>
              </a:rPr>
              <a:t> Pal</a:t>
            </a:r>
          </a:p>
        </p:txBody>
      </p:sp>
    </p:spTree>
    <p:extLst>
      <p:ext uri="{BB962C8B-B14F-4D97-AF65-F5344CB8AC3E}">
        <p14:creationId xmlns:p14="http://schemas.microsoft.com/office/powerpoint/2010/main" val="411351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E5649B51-B1A1-9C44-BD67-43520F502A6B}"/>
              </a:ext>
            </a:extLst>
          </p:cNvPr>
          <p:cNvPicPr>
            <a:picLocks noChangeAspect="1" noChangeArrowheads="1"/>
          </p:cNvPicPr>
          <p:nvPr/>
        </p:nvPicPr>
        <p:blipFill>
          <a:blip r:embed="rId3"/>
          <a:srcRect/>
          <a:stretch/>
        </p:blipFill>
        <p:spPr bwMode="auto">
          <a:xfrm>
            <a:off x="0" y="0"/>
            <a:ext cx="5385423" cy="68580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B9A479D6-7F8C-1A53-1AFC-3907DDF92879}"/>
              </a:ext>
            </a:extLst>
          </p:cNvPr>
          <p:cNvSpPr/>
          <p:nvPr/>
        </p:nvSpPr>
        <p:spPr>
          <a:xfrm>
            <a:off x="10940716" y="5951621"/>
            <a:ext cx="352926" cy="73793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3">
            <a:extLst>
              <a:ext uri="{FF2B5EF4-FFF2-40B4-BE49-F238E27FC236}">
                <a16:creationId xmlns:a16="http://schemas.microsoft.com/office/drawing/2014/main" id="{FDD9EF13-3697-4346-A7CC-ECD9F71B0626}"/>
              </a:ext>
            </a:extLst>
          </p:cNvPr>
          <p:cNvSpPr>
            <a:spLocks noGrp="1"/>
          </p:cNvSpPr>
          <p:nvPr>
            <p:ph type="ftr" sz="quarter" idx="10"/>
          </p:nvPr>
        </p:nvSpPr>
        <p:spPr>
          <a:xfrm>
            <a:off x="5149515" y="6104397"/>
            <a:ext cx="6802160" cy="432384"/>
          </a:xfrm>
        </p:spPr>
        <p:txBody>
          <a:bodyPr/>
          <a:lstStyle/>
          <a:p>
            <a:r>
              <a:rPr lang="en-US" sz="2000" dirty="0"/>
              <a:t>Judith </a:t>
            </a:r>
            <a:r>
              <a:rPr lang="en-US" sz="2000" dirty="0" err="1"/>
              <a:t>southard</a:t>
            </a:r>
            <a:r>
              <a:rPr lang="en-US" sz="2000" dirty="0"/>
              <a:t>, Pt, DPT</a:t>
            </a:r>
          </a:p>
        </p:txBody>
      </p:sp>
      <p:sp>
        <p:nvSpPr>
          <p:cNvPr id="2" name="Rectangle 1">
            <a:extLst>
              <a:ext uri="{FF2B5EF4-FFF2-40B4-BE49-F238E27FC236}">
                <a16:creationId xmlns:a16="http://schemas.microsoft.com/office/drawing/2014/main" id="{BDD1424B-AB14-4D57-4946-3995FD4ADD86}"/>
              </a:ext>
            </a:extLst>
          </p:cNvPr>
          <p:cNvSpPr/>
          <p:nvPr/>
        </p:nvSpPr>
        <p:spPr>
          <a:xfrm>
            <a:off x="5656815" y="291938"/>
            <a:ext cx="3454793" cy="923330"/>
          </a:xfrm>
          <a:prstGeom prst="rect">
            <a:avLst/>
          </a:prstGeom>
          <a:noFill/>
        </p:spPr>
        <p:txBody>
          <a:bodyPr wrap="none" lIns="91440" tIns="45720" rIns="91440" bIns="45720">
            <a:spAutoFit/>
          </a:bodyPr>
          <a:lstStyle/>
          <a:p>
            <a:pPr algn="ctr"/>
            <a:r>
              <a:rPr lang="en-US" sz="5400" b="1" dirty="0">
                <a:ln w="0"/>
                <a:solidFill>
                  <a:schemeClr val="accent1"/>
                </a:solidFill>
                <a:effectLst>
                  <a:outerShdw blurRad="38100" dist="25400" dir="5400000" algn="ctr" rotWithShape="0">
                    <a:srgbClr val="6E747A">
                      <a:alpha val="43000"/>
                    </a:srgbClr>
                  </a:outerShdw>
                </a:effectLst>
              </a:rPr>
              <a:t>Gap in Care</a:t>
            </a:r>
            <a:endParaRPr lang="en-US" sz="5400" b="1" cap="none" spc="0" dirty="0">
              <a:ln w="0"/>
              <a:solidFill>
                <a:schemeClr val="accent1"/>
              </a:solidFill>
              <a:effectLst>
                <a:outerShdw blurRad="38100" dist="25400" dir="5400000" algn="ctr" rotWithShape="0">
                  <a:srgbClr val="6E747A">
                    <a:alpha val="43000"/>
                  </a:srgbClr>
                </a:outerShdw>
              </a:effectLst>
            </a:endParaRPr>
          </a:p>
        </p:txBody>
      </p:sp>
      <p:sp>
        <p:nvSpPr>
          <p:cNvPr id="5" name="Content Placeholder 4">
            <a:extLst>
              <a:ext uri="{FF2B5EF4-FFF2-40B4-BE49-F238E27FC236}">
                <a16:creationId xmlns:a16="http://schemas.microsoft.com/office/drawing/2014/main" id="{06EFCF05-37A3-892A-BF95-8F6209E53859}"/>
              </a:ext>
            </a:extLst>
          </p:cNvPr>
          <p:cNvSpPr>
            <a:spLocks noGrp="1"/>
          </p:cNvSpPr>
          <p:nvPr>
            <p:ph sz="quarter" idx="13"/>
          </p:nvPr>
        </p:nvSpPr>
        <p:spPr>
          <a:xfrm>
            <a:off x="5685066" y="982578"/>
            <a:ext cx="5731058" cy="4800600"/>
          </a:xfrm>
        </p:spPr>
        <p:txBody>
          <a:bodyPr/>
          <a:lstStyle/>
          <a:p>
            <a:endParaRPr lang="en-US" spc="100" dirty="0">
              <a:latin typeface="Univers Condensed" panose="020B0506020202050204" pitchFamily="34" charset="0"/>
              <a:cs typeface="Calibri"/>
            </a:endParaRPr>
          </a:p>
          <a:p>
            <a:r>
              <a:rPr lang="en-US" spc="100" dirty="0">
                <a:latin typeface="Univers Condensed" panose="020B0506020202050204" pitchFamily="34" charset="0"/>
                <a:cs typeface="Calibri"/>
              </a:rPr>
              <a:t>Underserved population</a:t>
            </a:r>
          </a:p>
          <a:p>
            <a:pPr lvl="1"/>
            <a:r>
              <a:rPr lang="en-US" spc="100" dirty="0">
                <a:latin typeface="Univers Condensed" panose="020B0506020202050204" pitchFamily="34" charset="0"/>
                <a:cs typeface="Calibri"/>
              </a:rPr>
              <a:t>Un-insured or under-insured</a:t>
            </a:r>
          </a:p>
          <a:p>
            <a:pPr lvl="1"/>
            <a:endParaRPr lang="en-US" spc="100" dirty="0">
              <a:latin typeface="Univers Condensed" panose="020B0506020202050204" pitchFamily="34" charset="0"/>
              <a:cs typeface="Calibri"/>
            </a:endParaRPr>
          </a:p>
          <a:p>
            <a:r>
              <a:rPr lang="en-US" spc="100" dirty="0">
                <a:latin typeface="Univers Condensed" panose="020B0506020202050204" pitchFamily="34" charset="0"/>
                <a:cs typeface="Calibri"/>
              </a:rPr>
              <a:t>QUALITY Gap</a:t>
            </a:r>
          </a:p>
          <a:p>
            <a:pPr lvl="1">
              <a:lnSpc>
                <a:spcPct val="100000"/>
              </a:lnSpc>
            </a:pPr>
            <a:r>
              <a:rPr lang="en-US" spc="100" dirty="0">
                <a:latin typeface="Univers Condensed" panose="020B0506020202050204" pitchFamily="34" charset="0"/>
                <a:cs typeface="Calibri"/>
              </a:rPr>
              <a:t>Lack of access to resources</a:t>
            </a:r>
          </a:p>
          <a:p>
            <a:pPr marL="457200" lvl="1" indent="0">
              <a:lnSpc>
                <a:spcPct val="100000"/>
              </a:lnSpc>
              <a:buNone/>
            </a:pPr>
            <a:endParaRPr lang="en-US" spc="100" dirty="0">
              <a:latin typeface="Univers Condensed" panose="020B0506020202050204" pitchFamily="34" charset="0"/>
              <a:cs typeface="Calibri"/>
            </a:endParaRPr>
          </a:p>
          <a:p>
            <a:r>
              <a:rPr lang="en-US" spc="100" dirty="0">
                <a:latin typeface="Univers Condensed" panose="020B0506020202050204" pitchFamily="34" charset="0"/>
                <a:cs typeface="Calibri"/>
              </a:rPr>
              <a:t>Informatics problem</a:t>
            </a:r>
          </a:p>
          <a:p>
            <a:pPr lvl="1">
              <a:lnSpc>
                <a:spcPct val="100000"/>
              </a:lnSpc>
            </a:pPr>
            <a:r>
              <a:rPr lang="en-US" spc="100" dirty="0">
                <a:latin typeface="Univers Condensed" panose="020B0506020202050204" pitchFamily="34" charset="0"/>
                <a:cs typeface="Calibri"/>
              </a:rPr>
              <a:t>Static home program</a:t>
            </a:r>
          </a:p>
          <a:p>
            <a:endParaRPr lang="en-US" dirty="0"/>
          </a:p>
        </p:txBody>
      </p:sp>
    </p:spTree>
    <p:extLst>
      <p:ext uri="{BB962C8B-B14F-4D97-AF65-F5344CB8AC3E}">
        <p14:creationId xmlns:p14="http://schemas.microsoft.com/office/powerpoint/2010/main" val="2223804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EF1D74-667E-94EB-E27E-8702AE9E2F9E}"/>
              </a:ext>
            </a:extLst>
          </p:cNvPr>
          <p:cNvSpPr>
            <a:spLocks noGrp="1"/>
          </p:cNvSpPr>
          <p:nvPr>
            <p:ph type="title"/>
          </p:nvPr>
        </p:nvSpPr>
        <p:spPr/>
        <p:txBody>
          <a:bodyPr/>
          <a:lstStyle/>
          <a:p>
            <a:br>
              <a:rPr lang="en-US" dirty="0"/>
            </a:br>
            <a:endParaRPr lang="en-US" dirty="0"/>
          </a:p>
        </p:txBody>
      </p:sp>
      <p:sp>
        <p:nvSpPr>
          <p:cNvPr id="4" name="Rectangle 3">
            <a:extLst>
              <a:ext uri="{FF2B5EF4-FFF2-40B4-BE49-F238E27FC236}">
                <a16:creationId xmlns:a16="http://schemas.microsoft.com/office/drawing/2014/main" id="{962B4139-0FFF-A454-C5BA-13A7BFF9A4A0}"/>
              </a:ext>
            </a:extLst>
          </p:cNvPr>
          <p:cNvSpPr/>
          <p:nvPr/>
        </p:nvSpPr>
        <p:spPr>
          <a:xfrm>
            <a:off x="610049" y="288357"/>
            <a:ext cx="3262432" cy="923330"/>
          </a:xfrm>
          <a:prstGeom prst="rect">
            <a:avLst/>
          </a:prstGeom>
          <a:noFill/>
        </p:spPr>
        <p:txBody>
          <a:bodyPr wrap="none" lIns="91440" tIns="45720" rIns="91440" bIns="45720">
            <a:spAutoFit/>
          </a:bodyPr>
          <a:lstStyle/>
          <a:p>
            <a:pPr algn="ctr"/>
            <a:r>
              <a:rPr lang="en-US" sz="5400" b="1" cap="none" spc="0" dirty="0" err="1">
                <a:ln w="0"/>
                <a:solidFill>
                  <a:schemeClr val="accent1"/>
                </a:solidFill>
                <a:effectLst>
                  <a:outerShdw blurRad="38100" dist="25400" dir="5400000" algn="ctr" rotWithShape="0">
                    <a:srgbClr val="6E747A">
                      <a:alpha val="43000"/>
                    </a:srgbClr>
                  </a:outerShdw>
                </a:effectLst>
              </a:rPr>
              <a:t>PostOp</a:t>
            </a:r>
            <a:r>
              <a:rPr lang="en-US" sz="5400" b="1" cap="none" spc="0" dirty="0">
                <a:ln w="0"/>
                <a:solidFill>
                  <a:schemeClr val="accent1"/>
                </a:solidFill>
                <a:effectLst>
                  <a:outerShdw blurRad="38100" dist="25400" dir="5400000" algn="ctr" rotWithShape="0">
                    <a:srgbClr val="6E747A">
                      <a:alpha val="43000"/>
                    </a:srgbClr>
                  </a:outerShdw>
                </a:effectLst>
              </a:rPr>
              <a:t> Pal</a:t>
            </a:r>
          </a:p>
        </p:txBody>
      </p:sp>
      <p:sp>
        <p:nvSpPr>
          <p:cNvPr id="18" name="Content Placeholder 25">
            <a:extLst>
              <a:ext uri="{FF2B5EF4-FFF2-40B4-BE49-F238E27FC236}">
                <a16:creationId xmlns:a16="http://schemas.microsoft.com/office/drawing/2014/main" id="{FF0D5EE6-5F05-104A-9C22-62EEE9F7FE54}"/>
              </a:ext>
            </a:extLst>
          </p:cNvPr>
          <p:cNvSpPr txBox="1">
            <a:spLocks/>
          </p:cNvSpPr>
          <p:nvPr/>
        </p:nvSpPr>
        <p:spPr>
          <a:xfrm>
            <a:off x="648536" y="1339596"/>
            <a:ext cx="6450603" cy="4800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pc="100" dirty="0">
                <a:latin typeface="Univers Condensed" panose="020B0506020202050204" pitchFamily="34" charset="0"/>
                <a:cs typeface="Calibri"/>
              </a:rPr>
              <a:t>LOW COST ACCESSIBILITY</a:t>
            </a:r>
          </a:p>
          <a:p>
            <a:pPr lvl="1">
              <a:lnSpc>
                <a:spcPct val="100000"/>
              </a:lnSpc>
            </a:pPr>
            <a:r>
              <a:rPr lang="en-US" spc="100" dirty="0">
                <a:latin typeface="Univers Condensed" panose="020B0506020202050204" pitchFamily="34" charset="0"/>
                <a:cs typeface="Calibri"/>
              </a:rPr>
              <a:t>Digital bridge</a:t>
            </a:r>
          </a:p>
          <a:p>
            <a:pPr marL="457200" lvl="1" indent="0">
              <a:lnSpc>
                <a:spcPct val="100000"/>
              </a:lnSpc>
              <a:buNone/>
            </a:pPr>
            <a:endParaRPr lang="en-US" spc="100" dirty="0">
              <a:latin typeface="Univers Condensed" panose="020B0506020202050204" pitchFamily="34" charset="0"/>
              <a:cs typeface="Calibri"/>
            </a:endParaRPr>
          </a:p>
          <a:p>
            <a:pPr>
              <a:lnSpc>
                <a:spcPct val="100000"/>
              </a:lnSpc>
            </a:pPr>
            <a:r>
              <a:rPr lang="en-US" spc="100" dirty="0">
                <a:latin typeface="Univers Condensed" panose="020B0506020202050204" pitchFamily="34" charset="0"/>
                <a:cs typeface="Calibri"/>
              </a:rPr>
              <a:t>DYNAMIC GUIDANCE</a:t>
            </a:r>
          </a:p>
          <a:p>
            <a:pPr lvl="1">
              <a:lnSpc>
                <a:spcPct val="100000"/>
              </a:lnSpc>
            </a:pPr>
            <a:r>
              <a:rPr lang="en-US" spc="100" dirty="0">
                <a:latin typeface="Univers Condensed" panose="020B0506020202050204" pitchFamily="34" charset="0"/>
                <a:cs typeface="Calibri"/>
              </a:rPr>
              <a:t>Phased progressive home program</a:t>
            </a:r>
          </a:p>
          <a:p>
            <a:pPr lvl="1">
              <a:lnSpc>
                <a:spcPct val="100000"/>
              </a:lnSpc>
            </a:pPr>
            <a:r>
              <a:rPr lang="en-US" spc="100" dirty="0">
                <a:latin typeface="Univers Condensed" panose="020B0506020202050204" pitchFamily="34" charset="0"/>
                <a:cs typeface="Calibri"/>
              </a:rPr>
              <a:t>Inherent safety reminders</a:t>
            </a:r>
          </a:p>
          <a:p>
            <a:pPr lvl="1">
              <a:lnSpc>
                <a:spcPct val="100000"/>
              </a:lnSpc>
            </a:pPr>
            <a:endParaRPr lang="en-US" spc="100" dirty="0">
              <a:latin typeface="Univers Condensed" panose="020B0506020202050204" pitchFamily="34" charset="0"/>
              <a:cs typeface="Calibri"/>
            </a:endParaRPr>
          </a:p>
          <a:p>
            <a:pPr>
              <a:lnSpc>
                <a:spcPct val="100000"/>
              </a:lnSpc>
            </a:pPr>
            <a:r>
              <a:rPr lang="en-US" spc="100" dirty="0">
                <a:latin typeface="Univers Condensed" panose="020B0506020202050204" pitchFamily="34" charset="0"/>
                <a:cs typeface="Calibri"/>
              </a:rPr>
              <a:t>ACTIVE MONITORING</a:t>
            </a:r>
          </a:p>
          <a:p>
            <a:pPr lvl="1">
              <a:lnSpc>
                <a:spcPct val="100000"/>
              </a:lnSpc>
            </a:pPr>
            <a:r>
              <a:rPr lang="en-US" spc="100" dirty="0">
                <a:latin typeface="Univers Condensed" panose="020B0506020202050204" pitchFamily="34" charset="0"/>
                <a:cs typeface="Calibri"/>
              </a:rPr>
              <a:t>Post-Op Care Instructions</a:t>
            </a:r>
          </a:p>
          <a:p>
            <a:pPr lvl="1">
              <a:lnSpc>
                <a:spcPct val="100000"/>
              </a:lnSpc>
            </a:pPr>
            <a:r>
              <a:rPr lang="en-US" spc="100" dirty="0">
                <a:latin typeface="Univers Condensed" panose="020B0506020202050204" pitchFamily="34" charset="0"/>
                <a:cs typeface="Calibri"/>
              </a:rPr>
              <a:t>Precautions reminder</a:t>
            </a:r>
          </a:p>
          <a:p>
            <a:pPr>
              <a:lnSpc>
                <a:spcPct val="100000"/>
              </a:lnSpc>
            </a:pPr>
            <a:endParaRPr lang="en-US" spc="100" dirty="0">
              <a:latin typeface="Univers Condensed" panose="020B0506020202050204" pitchFamily="34" charset="0"/>
              <a:cs typeface="Calibri"/>
            </a:endParaRPr>
          </a:p>
          <a:p>
            <a:pPr>
              <a:lnSpc>
                <a:spcPct val="100000"/>
              </a:lnSpc>
            </a:pPr>
            <a:endParaRPr lang="en-US" sz="2400" spc="100" dirty="0">
              <a:latin typeface="Univers Condensed" panose="020B0506020202050204" pitchFamily="34" charset="0"/>
              <a:cs typeface="Calibri"/>
            </a:endParaRPr>
          </a:p>
        </p:txBody>
      </p:sp>
      <p:sp>
        <p:nvSpPr>
          <p:cNvPr id="21" name="Rectangle 20">
            <a:extLst>
              <a:ext uri="{FF2B5EF4-FFF2-40B4-BE49-F238E27FC236}">
                <a16:creationId xmlns:a16="http://schemas.microsoft.com/office/drawing/2014/main" id="{A62AAA94-C04E-244A-CDC1-E7C22067F82C}"/>
              </a:ext>
            </a:extLst>
          </p:cNvPr>
          <p:cNvSpPr/>
          <p:nvPr/>
        </p:nvSpPr>
        <p:spPr>
          <a:xfrm>
            <a:off x="11004883" y="6328423"/>
            <a:ext cx="417095" cy="52957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8A94514F-B8EF-E819-3647-D66097F4B7E0}"/>
              </a:ext>
            </a:extLst>
          </p:cNvPr>
          <p:cNvSpPr>
            <a:spLocks noGrp="1"/>
          </p:cNvSpPr>
          <p:nvPr>
            <p:ph type="pic" sz="quarter" idx="10"/>
          </p:nvPr>
        </p:nvSpPr>
        <p:spPr/>
        <p:txBody>
          <a:bodyPr/>
          <a:lstStyle/>
          <a:p>
            <a:endParaRPr lang="en-US"/>
          </a:p>
        </p:txBody>
      </p:sp>
      <p:pic>
        <p:nvPicPr>
          <p:cNvPr id="11" name="Picture Placeholder 15">
            <a:extLst>
              <a:ext uri="{FF2B5EF4-FFF2-40B4-BE49-F238E27FC236}">
                <a16:creationId xmlns:a16="http://schemas.microsoft.com/office/drawing/2014/main" id="{A4D80FB4-1723-7F36-D53A-5CCA38713826}"/>
              </a:ext>
            </a:extLst>
          </p:cNvPr>
          <p:cNvPicPr>
            <a:picLocks noChangeAspect="1"/>
          </p:cNvPicPr>
          <p:nvPr/>
        </p:nvPicPr>
        <p:blipFill>
          <a:blip r:embed="rId3"/>
          <a:srcRect l="21492" r="21492"/>
          <a:stretch/>
        </p:blipFill>
        <p:spPr>
          <a:xfrm>
            <a:off x="6890341" y="-54864"/>
            <a:ext cx="5213477" cy="6858000"/>
          </a:xfrm>
          <a:custGeom>
            <a:avLst/>
            <a:gdLst>
              <a:gd name="connsiteX0" fmla="*/ 0 w 5213477"/>
              <a:gd name="connsiteY0" fmla="*/ 0 h 6858000"/>
              <a:gd name="connsiteX1" fmla="*/ 1268595 w 5213477"/>
              <a:gd name="connsiteY1" fmla="*/ 0 h 6858000"/>
              <a:gd name="connsiteX2" fmla="*/ 5213477 w 5213477"/>
              <a:gd name="connsiteY2" fmla="*/ 1133731 h 6858000"/>
              <a:gd name="connsiteX3" fmla="*/ 5213477 w 5213477"/>
              <a:gd name="connsiteY3" fmla="*/ 5245005 h 6858000"/>
              <a:gd name="connsiteX4" fmla="*/ 3534514 w 5213477"/>
              <a:gd name="connsiteY4" fmla="*/ 6858000 h 6858000"/>
              <a:gd name="connsiteX5" fmla="*/ 1676654 w 521347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3477" h="6858000">
                <a:moveTo>
                  <a:pt x="0" y="0"/>
                </a:moveTo>
                <a:lnTo>
                  <a:pt x="1268595" y="0"/>
                </a:lnTo>
                <a:lnTo>
                  <a:pt x="5213477" y="1133731"/>
                </a:lnTo>
                <a:lnTo>
                  <a:pt x="5213477" y="5245005"/>
                </a:lnTo>
                <a:lnTo>
                  <a:pt x="3534514" y="6858000"/>
                </a:lnTo>
                <a:lnTo>
                  <a:pt x="1676654" y="6858000"/>
                </a:lnTo>
                <a:close/>
              </a:path>
            </a:pathLst>
          </a:custGeom>
        </p:spPr>
      </p:pic>
      <p:sp>
        <p:nvSpPr>
          <p:cNvPr id="22" name="Footer Placeholder 3">
            <a:extLst>
              <a:ext uri="{FF2B5EF4-FFF2-40B4-BE49-F238E27FC236}">
                <a16:creationId xmlns:a16="http://schemas.microsoft.com/office/drawing/2014/main" id="{A1DC3414-4615-A79E-5ECB-9638B9CC68EA}"/>
              </a:ext>
            </a:extLst>
          </p:cNvPr>
          <p:cNvSpPr txBox="1">
            <a:spLocks/>
          </p:cNvSpPr>
          <p:nvPr/>
        </p:nvSpPr>
        <p:spPr>
          <a:xfrm>
            <a:off x="5206367" y="6195060"/>
            <a:ext cx="6802160" cy="432384"/>
          </a:xfrm>
          <a:custGeom>
            <a:avLst/>
            <a:gdLst>
              <a:gd name="connsiteX0" fmla="*/ 0 w 5213477"/>
              <a:gd name="connsiteY0" fmla="*/ 0 h 6858000"/>
              <a:gd name="connsiteX1" fmla="*/ 1268595 w 5213477"/>
              <a:gd name="connsiteY1" fmla="*/ 0 h 6858000"/>
              <a:gd name="connsiteX2" fmla="*/ 5213477 w 5213477"/>
              <a:gd name="connsiteY2" fmla="*/ 1133731 h 6858000"/>
              <a:gd name="connsiteX3" fmla="*/ 5213477 w 5213477"/>
              <a:gd name="connsiteY3" fmla="*/ 5245005 h 6858000"/>
              <a:gd name="connsiteX4" fmla="*/ 3534514 w 5213477"/>
              <a:gd name="connsiteY4" fmla="*/ 6858000 h 6858000"/>
              <a:gd name="connsiteX5" fmla="*/ 1676654 w 521347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3477" h="6858000">
                <a:moveTo>
                  <a:pt x="0" y="0"/>
                </a:moveTo>
                <a:lnTo>
                  <a:pt x="1268595" y="0"/>
                </a:lnTo>
                <a:lnTo>
                  <a:pt x="5213477" y="1133731"/>
                </a:lnTo>
                <a:lnTo>
                  <a:pt x="5213477" y="5245005"/>
                </a:lnTo>
                <a:lnTo>
                  <a:pt x="3534514" y="6858000"/>
                </a:lnTo>
                <a:lnTo>
                  <a:pt x="1676654" y="6858000"/>
                </a:lnTo>
                <a:close/>
              </a:path>
            </a:pathLst>
          </a:custGeom>
        </p:spPr>
        <p:txBody>
          <a:bodyPr vert="horz" wrap="square"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000" b="1" dirty="0"/>
              <a:t>JUDITH SOUTHARD, PT, DPT</a:t>
            </a:r>
          </a:p>
        </p:txBody>
      </p:sp>
    </p:spTree>
    <p:extLst>
      <p:ext uri="{BB962C8B-B14F-4D97-AF65-F5344CB8AC3E}">
        <p14:creationId xmlns:p14="http://schemas.microsoft.com/office/powerpoint/2010/main" val="259550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672F13-D5A1-99D6-6699-F78CB161045F}"/>
              </a:ext>
            </a:extLst>
          </p:cNvPr>
          <p:cNvSpPr>
            <a:spLocks noGrp="1"/>
          </p:cNvSpPr>
          <p:nvPr>
            <p:ph type="ftr" sz="quarter" idx="10"/>
          </p:nvPr>
        </p:nvSpPr>
        <p:spPr/>
        <p:txBody>
          <a:bodyPr/>
          <a:lstStyle/>
          <a:p>
            <a:r>
              <a:rPr lang="en-US" dirty="0"/>
              <a:t>Fitness Presentation</a:t>
            </a:r>
          </a:p>
        </p:txBody>
      </p:sp>
      <p:sp>
        <p:nvSpPr>
          <p:cNvPr id="4" name="Slide Number Placeholder 3">
            <a:extLst>
              <a:ext uri="{FF2B5EF4-FFF2-40B4-BE49-F238E27FC236}">
                <a16:creationId xmlns:a16="http://schemas.microsoft.com/office/drawing/2014/main" id="{A9C5863A-2239-B76D-E785-5A656F160FE0}"/>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16" name="Rectangle 15">
            <a:extLst>
              <a:ext uri="{FF2B5EF4-FFF2-40B4-BE49-F238E27FC236}">
                <a16:creationId xmlns:a16="http://schemas.microsoft.com/office/drawing/2014/main" id="{189E1E3B-D35C-1288-B970-A29047BF26D5}"/>
              </a:ext>
            </a:extLst>
          </p:cNvPr>
          <p:cNvSpPr/>
          <p:nvPr/>
        </p:nvSpPr>
        <p:spPr>
          <a:xfrm>
            <a:off x="648536" y="2118392"/>
            <a:ext cx="2569934" cy="1754326"/>
          </a:xfrm>
          <a:prstGeom prst="rect">
            <a:avLst/>
          </a:prstGeom>
          <a:noFill/>
        </p:spPr>
        <p:txBody>
          <a:bodyPr wrap="none" lIns="91440" tIns="45720" rIns="91440" bIns="45720">
            <a:spAutoFit/>
          </a:bodyPr>
          <a:lstStyle/>
          <a:p>
            <a:pPr algn="ctr"/>
            <a:r>
              <a:rPr lang="en-US" sz="5400" b="1" cap="none" spc="0" dirty="0">
                <a:ln w="0"/>
                <a:solidFill>
                  <a:schemeClr val="accent1"/>
                </a:solidFill>
                <a:effectLst>
                  <a:outerShdw blurRad="38100" dist="25400" dir="5400000" algn="ctr" rotWithShape="0">
                    <a:srgbClr val="6E747A">
                      <a:alpha val="43000"/>
                    </a:srgbClr>
                  </a:outerShdw>
                </a:effectLst>
              </a:rPr>
              <a:t>Flow</a:t>
            </a:r>
          </a:p>
          <a:p>
            <a:pPr algn="ctr"/>
            <a:r>
              <a:rPr lang="en-US" sz="5400" b="1" dirty="0">
                <a:ln w="0"/>
                <a:solidFill>
                  <a:schemeClr val="accent1"/>
                </a:solidFill>
                <a:effectLst>
                  <a:outerShdw blurRad="38100" dist="25400" dir="5400000" algn="ctr" rotWithShape="0">
                    <a:srgbClr val="6E747A">
                      <a:alpha val="43000"/>
                    </a:srgbClr>
                  </a:outerShdw>
                </a:effectLst>
              </a:rPr>
              <a:t>Diagram</a:t>
            </a:r>
            <a:endParaRPr lang="en-US" sz="5400" b="1" cap="none" spc="0" dirty="0">
              <a:ln w="0"/>
              <a:solidFill>
                <a:schemeClr val="accent1"/>
              </a:solidFill>
              <a:effectLst>
                <a:outerShdw blurRad="38100" dist="25400" dir="5400000" algn="ctr" rotWithShape="0">
                  <a:srgbClr val="6E747A">
                    <a:alpha val="43000"/>
                  </a:srgbClr>
                </a:outerShdw>
              </a:effectLst>
            </a:endParaRPr>
          </a:p>
        </p:txBody>
      </p:sp>
      <p:sp>
        <p:nvSpPr>
          <p:cNvPr id="18" name="Content Placeholder 17">
            <a:extLst>
              <a:ext uri="{FF2B5EF4-FFF2-40B4-BE49-F238E27FC236}">
                <a16:creationId xmlns:a16="http://schemas.microsoft.com/office/drawing/2014/main" id="{B1818E3E-B394-EF81-CD0A-AE5DF3DD3827}"/>
              </a:ext>
            </a:extLst>
          </p:cNvPr>
          <p:cNvSpPr>
            <a:spLocks noGrp="1"/>
          </p:cNvSpPr>
          <p:nvPr>
            <p:ph sz="quarter" idx="12"/>
          </p:nvPr>
        </p:nvSpPr>
        <p:spPr/>
        <p:txBody>
          <a:bodyPr/>
          <a:lstStyle/>
          <a:p>
            <a:endParaRPr lang="en-US"/>
          </a:p>
        </p:txBody>
      </p:sp>
      <p:pic>
        <p:nvPicPr>
          <p:cNvPr id="1032" name="Picture 8">
            <a:extLst>
              <a:ext uri="{FF2B5EF4-FFF2-40B4-BE49-F238E27FC236}">
                <a16:creationId xmlns:a16="http://schemas.microsoft.com/office/drawing/2014/main" id="{2296E1E8-0AA9-5909-250B-197ABAD35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8099" y="-253951"/>
            <a:ext cx="8776665" cy="7312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9441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4E9C-BBC2-EC9A-437F-AB3BDEF2307E}"/>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A6CA792E-DD75-8C85-729A-BE5D15232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568" y="-5575"/>
            <a:ext cx="10972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CA9E5733-F649-9B19-4C04-779836F7B175}"/>
              </a:ext>
            </a:extLst>
          </p:cNvPr>
          <p:cNvSpPr>
            <a:spLocks noGrp="1"/>
          </p:cNvSpPr>
          <p:nvPr>
            <p:ph type="title"/>
          </p:nvPr>
        </p:nvSpPr>
        <p:spPr/>
        <p:txBody>
          <a:bodyPr/>
          <a:lstStyle/>
          <a:p>
            <a:br>
              <a:rPr lang="en-US" dirty="0"/>
            </a:br>
            <a:endParaRPr lang="en-US" dirty="0"/>
          </a:p>
        </p:txBody>
      </p:sp>
      <p:sp>
        <p:nvSpPr>
          <p:cNvPr id="4" name="Rectangle 3">
            <a:extLst>
              <a:ext uri="{FF2B5EF4-FFF2-40B4-BE49-F238E27FC236}">
                <a16:creationId xmlns:a16="http://schemas.microsoft.com/office/drawing/2014/main" id="{E1E3ED29-4A27-EE74-4282-67E1E369229E}"/>
              </a:ext>
            </a:extLst>
          </p:cNvPr>
          <p:cNvSpPr/>
          <p:nvPr/>
        </p:nvSpPr>
        <p:spPr>
          <a:xfrm>
            <a:off x="398453" y="288357"/>
            <a:ext cx="3685624" cy="1754326"/>
          </a:xfrm>
          <a:prstGeom prst="rect">
            <a:avLst/>
          </a:prstGeom>
          <a:noFill/>
        </p:spPr>
        <p:txBody>
          <a:bodyPr wrap="none" lIns="91440" tIns="45720" rIns="91440" bIns="45720">
            <a:spAutoFit/>
          </a:bodyPr>
          <a:lstStyle/>
          <a:p>
            <a:pPr algn="ctr"/>
            <a:r>
              <a:rPr lang="en-US" sz="5400" b="1" cap="none" spc="0" dirty="0" err="1">
                <a:ln w="0"/>
                <a:solidFill>
                  <a:schemeClr val="accent1"/>
                </a:solidFill>
                <a:effectLst>
                  <a:outerShdw blurRad="38100" dist="25400" dir="5400000" algn="ctr" rotWithShape="0">
                    <a:srgbClr val="6E747A">
                      <a:alpha val="43000"/>
                    </a:srgbClr>
                  </a:outerShdw>
                </a:effectLst>
              </a:rPr>
              <a:t>PostOp</a:t>
            </a:r>
            <a:r>
              <a:rPr lang="en-US" sz="5400" b="1" cap="none" spc="0" dirty="0">
                <a:ln w="0"/>
                <a:solidFill>
                  <a:schemeClr val="accent1"/>
                </a:solidFill>
                <a:effectLst>
                  <a:outerShdw blurRad="38100" dist="25400" dir="5400000" algn="ctr" rotWithShape="0">
                    <a:srgbClr val="6E747A">
                      <a:alpha val="43000"/>
                    </a:srgbClr>
                  </a:outerShdw>
                </a:effectLst>
              </a:rPr>
              <a:t> Pal</a:t>
            </a:r>
          </a:p>
          <a:p>
            <a:pPr algn="ctr"/>
            <a:r>
              <a:rPr lang="en-US" sz="5400" b="1" dirty="0">
                <a:ln w="0"/>
                <a:solidFill>
                  <a:schemeClr val="accent1"/>
                </a:solidFill>
                <a:effectLst>
                  <a:outerShdw blurRad="38100" dist="25400" dir="5400000" algn="ctr" rotWithShape="0">
                    <a:srgbClr val="6E747A">
                      <a:alpha val="43000"/>
                    </a:srgbClr>
                  </a:outerShdw>
                </a:effectLst>
              </a:rPr>
              <a:t>Python Code</a:t>
            </a:r>
            <a:endParaRPr lang="en-US" sz="5400" b="1" cap="none" spc="0" dirty="0">
              <a:ln w="0"/>
              <a:solidFill>
                <a:schemeClr val="accent1"/>
              </a:solidFill>
              <a:effectLst>
                <a:outerShdw blurRad="38100" dist="25400" dir="5400000" algn="ctr" rotWithShape="0">
                  <a:srgbClr val="6E747A">
                    <a:alpha val="43000"/>
                  </a:srgbClr>
                </a:outerShdw>
              </a:effectLst>
            </a:endParaRPr>
          </a:p>
        </p:txBody>
      </p:sp>
      <p:sp>
        <p:nvSpPr>
          <p:cNvPr id="18" name="Content Placeholder 25">
            <a:extLst>
              <a:ext uri="{FF2B5EF4-FFF2-40B4-BE49-F238E27FC236}">
                <a16:creationId xmlns:a16="http://schemas.microsoft.com/office/drawing/2014/main" id="{A00BBC95-F324-5DCC-D57B-8ECA9CF6C0DF}"/>
              </a:ext>
            </a:extLst>
          </p:cNvPr>
          <p:cNvSpPr txBox="1">
            <a:spLocks/>
          </p:cNvSpPr>
          <p:nvPr/>
        </p:nvSpPr>
        <p:spPr>
          <a:xfrm>
            <a:off x="648536" y="1339596"/>
            <a:ext cx="6450603" cy="4800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400" spc="100" dirty="0">
              <a:latin typeface="Univers Condensed" panose="020B0506020202050204" pitchFamily="34" charset="0"/>
              <a:cs typeface="Calibri"/>
            </a:endParaRPr>
          </a:p>
        </p:txBody>
      </p:sp>
      <p:sp>
        <p:nvSpPr>
          <p:cNvPr id="21" name="Rectangle 20">
            <a:extLst>
              <a:ext uri="{FF2B5EF4-FFF2-40B4-BE49-F238E27FC236}">
                <a16:creationId xmlns:a16="http://schemas.microsoft.com/office/drawing/2014/main" id="{D385D05D-9BF4-FE9E-5E76-C35434B8A33E}"/>
              </a:ext>
            </a:extLst>
          </p:cNvPr>
          <p:cNvSpPr/>
          <p:nvPr/>
        </p:nvSpPr>
        <p:spPr>
          <a:xfrm>
            <a:off x="11004883" y="6328423"/>
            <a:ext cx="417095" cy="52957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ction Button: Go Forward or Next 1">
            <a:hlinkClick r:id="rId4" action="ppaction://hlinkfile" highlightClick="1"/>
            <a:extLst>
              <a:ext uri="{FF2B5EF4-FFF2-40B4-BE49-F238E27FC236}">
                <a16:creationId xmlns:a16="http://schemas.microsoft.com/office/drawing/2014/main" id="{89AEE8D4-B87E-AFD3-D94F-D1E946903B63}"/>
              </a:ext>
            </a:extLst>
          </p:cNvPr>
          <p:cNvSpPr/>
          <p:nvPr/>
        </p:nvSpPr>
        <p:spPr>
          <a:xfrm>
            <a:off x="1170879" y="2743199"/>
            <a:ext cx="1750742" cy="1694985"/>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3">
            <a:extLst>
              <a:ext uri="{FF2B5EF4-FFF2-40B4-BE49-F238E27FC236}">
                <a16:creationId xmlns:a16="http://schemas.microsoft.com/office/drawing/2014/main" id="{E3E683A0-F495-ABF4-817A-D9DDFD679A27}"/>
              </a:ext>
            </a:extLst>
          </p:cNvPr>
          <p:cNvSpPr txBox="1">
            <a:spLocks/>
          </p:cNvSpPr>
          <p:nvPr/>
        </p:nvSpPr>
        <p:spPr>
          <a:xfrm>
            <a:off x="6096000" y="6209425"/>
            <a:ext cx="6802160" cy="432384"/>
          </a:xfrm>
          <a:custGeom>
            <a:avLst/>
            <a:gdLst>
              <a:gd name="connsiteX0" fmla="*/ 0 w 5213477"/>
              <a:gd name="connsiteY0" fmla="*/ 0 h 6858000"/>
              <a:gd name="connsiteX1" fmla="*/ 1268595 w 5213477"/>
              <a:gd name="connsiteY1" fmla="*/ 0 h 6858000"/>
              <a:gd name="connsiteX2" fmla="*/ 5213477 w 5213477"/>
              <a:gd name="connsiteY2" fmla="*/ 1133731 h 6858000"/>
              <a:gd name="connsiteX3" fmla="*/ 5213477 w 5213477"/>
              <a:gd name="connsiteY3" fmla="*/ 5245005 h 6858000"/>
              <a:gd name="connsiteX4" fmla="*/ 3534514 w 5213477"/>
              <a:gd name="connsiteY4" fmla="*/ 6858000 h 6858000"/>
              <a:gd name="connsiteX5" fmla="*/ 1676654 w 521347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3477" h="6858000">
                <a:moveTo>
                  <a:pt x="0" y="0"/>
                </a:moveTo>
                <a:lnTo>
                  <a:pt x="1268595" y="0"/>
                </a:lnTo>
                <a:lnTo>
                  <a:pt x="5213477" y="1133731"/>
                </a:lnTo>
                <a:lnTo>
                  <a:pt x="5213477" y="5245005"/>
                </a:lnTo>
                <a:lnTo>
                  <a:pt x="3534514" y="6858000"/>
                </a:lnTo>
                <a:lnTo>
                  <a:pt x="1676654" y="6858000"/>
                </a:lnTo>
                <a:close/>
              </a:path>
            </a:pathLst>
          </a:custGeom>
        </p:spPr>
        <p:txBody>
          <a:bodyPr vert="horz" wrap="square"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JUDITH SOUTHARD, PT, DPT</a:t>
            </a:r>
          </a:p>
        </p:txBody>
      </p:sp>
    </p:spTree>
    <p:extLst>
      <p:ext uri="{BB962C8B-B14F-4D97-AF65-F5344CB8AC3E}">
        <p14:creationId xmlns:p14="http://schemas.microsoft.com/office/powerpoint/2010/main" val="127056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28EA-37F1-9408-F165-52CD15DAF3BD}"/>
            </a:ext>
          </a:extLst>
        </p:cNvPr>
        <p:cNvGrpSpPr/>
        <p:nvPr/>
      </p:nvGrpSpPr>
      <p:grpSpPr>
        <a:xfrm>
          <a:off x="0" y="0"/>
          <a:ext cx="0" cy="0"/>
          <a:chOff x="0" y="0"/>
          <a:chExt cx="0" cy="0"/>
        </a:xfrm>
      </p:grpSpPr>
      <p:pic>
        <p:nvPicPr>
          <p:cNvPr id="2050" name="Picture 2" descr="Orthopedic Joint-Fusion Surgeries | Bowen Hefley Orthopedics">
            <a:extLst>
              <a:ext uri="{FF2B5EF4-FFF2-40B4-BE49-F238E27FC236}">
                <a16:creationId xmlns:a16="http://schemas.microsoft.com/office/drawing/2014/main" id="{326F3DC5-37FA-5A7F-F231-1E66695B4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159624"/>
            <a:ext cx="12192000" cy="10319248"/>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2E189197-1E9F-1AFA-D6D8-178863646B18}"/>
              </a:ext>
            </a:extLst>
          </p:cNvPr>
          <p:cNvSpPr/>
          <p:nvPr/>
        </p:nvSpPr>
        <p:spPr>
          <a:xfrm>
            <a:off x="10940716" y="5951621"/>
            <a:ext cx="352926" cy="73793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3">
            <a:extLst>
              <a:ext uri="{FF2B5EF4-FFF2-40B4-BE49-F238E27FC236}">
                <a16:creationId xmlns:a16="http://schemas.microsoft.com/office/drawing/2014/main" id="{F90AE237-BDC1-A2E7-6BF9-D40A3274A203}"/>
              </a:ext>
            </a:extLst>
          </p:cNvPr>
          <p:cNvSpPr>
            <a:spLocks noGrp="1"/>
          </p:cNvSpPr>
          <p:nvPr>
            <p:ph type="ftr" sz="quarter" idx="10"/>
          </p:nvPr>
        </p:nvSpPr>
        <p:spPr>
          <a:xfrm>
            <a:off x="5149515" y="6104397"/>
            <a:ext cx="6802160" cy="432384"/>
          </a:xfrm>
        </p:spPr>
        <p:txBody>
          <a:bodyPr/>
          <a:lstStyle/>
          <a:p>
            <a:r>
              <a:rPr lang="en-US" sz="3200" dirty="0"/>
              <a:t>Judith </a:t>
            </a:r>
            <a:r>
              <a:rPr lang="en-US" sz="3200" dirty="0" err="1"/>
              <a:t>southard</a:t>
            </a:r>
            <a:r>
              <a:rPr lang="en-US" sz="3200" dirty="0"/>
              <a:t>, Pt, DPT</a:t>
            </a:r>
          </a:p>
        </p:txBody>
      </p:sp>
      <p:sp>
        <p:nvSpPr>
          <p:cNvPr id="2" name="Rectangle 1">
            <a:extLst>
              <a:ext uri="{FF2B5EF4-FFF2-40B4-BE49-F238E27FC236}">
                <a16:creationId xmlns:a16="http://schemas.microsoft.com/office/drawing/2014/main" id="{D1CCF48C-77C1-3735-E3FB-1C1FF4FBEE12}"/>
              </a:ext>
            </a:extLst>
          </p:cNvPr>
          <p:cNvSpPr/>
          <p:nvPr/>
        </p:nvSpPr>
        <p:spPr>
          <a:xfrm>
            <a:off x="0" y="5613451"/>
            <a:ext cx="3070071" cy="923330"/>
          </a:xfrm>
          <a:prstGeom prst="rect">
            <a:avLst/>
          </a:prstGeom>
          <a:noFill/>
        </p:spPr>
        <p:txBody>
          <a:bodyPr wrap="none" lIns="91440" tIns="45720" rIns="91440" bIns="45720">
            <a:spAutoFit/>
          </a:bodyPr>
          <a:lstStyle/>
          <a:p>
            <a:pPr algn="ctr"/>
            <a:r>
              <a:rPr lang="en-US" sz="5400" b="1" cap="none" spc="0" dirty="0">
                <a:ln w="0"/>
                <a:solidFill>
                  <a:schemeClr val="accent1"/>
                </a:solidFill>
                <a:effectLst>
                  <a:outerShdw blurRad="38100" dist="25400" dir="5400000" algn="ctr" rotWithShape="0">
                    <a:srgbClr val="6E747A">
                      <a:alpha val="43000"/>
                    </a:srgbClr>
                  </a:outerShdw>
                </a:effectLst>
              </a:rPr>
              <a:t>Thank you</a:t>
            </a:r>
          </a:p>
        </p:txBody>
      </p:sp>
    </p:spTree>
    <p:extLst>
      <p:ext uri="{BB962C8B-B14F-4D97-AF65-F5344CB8AC3E}">
        <p14:creationId xmlns:p14="http://schemas.microsoft.com/office/powerpoint/2010/main" val="389768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Fitness Design">
      <a:dk1>
        <a:srgbClr val="000000"/>
      </a:dk1>
      <a:lt1>
        <a:srgbClr val="FFFFFF"/>
      </a:lt1>
      <a:dk2>
        <a:srgbClr val="44546A"/>
      </a:dk2>
      <a:lt2>
        <a:srgbClr val="E7E6E6"/>
      </a:lt2>
      <a:accent1>
        <a:srgbClr val="C6FC15"/>
      </a:accent1>
      <a:accent2>
        <a:srgbClr val="2C28E9"/>
      </a:accent2>
      <a:accent3>
        <a:srgbClr val="FF2828"/>
      </a:accent3>
      <a:accent4>
        <a:srgbClr val="41DC6E"/>
      </a:accent4>
      <a:accent5>
        <a:srgbClr val="FBB92C"/>
      </a:accent5>
      <a:accent6>
        <a:srgbClr val="637F12"/>
      </a:accent6>
      <a:hlink>
        <a:srgbClr val="0563C1"/>
      </a:hlink>
      <a:folHlink>
        <a:srgbClr val="954F72"/>
      </a:folHlink>
    </a:clrScheme>
    <a:fontScheme name="Custom 40">
      <a:majorFont>
        <a:latin typeface="Univers"/>
        <a:ea typeface=""/>
        <a:cs typeface=""/>
      </a:majorFont>
      <a:minorFont>
        <a:latin typeface="Univers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ness_Design_Win32_SD_v8" id="{2F852D75-08F9-4C5C-B1BD-4C0FC770542A}" vid="{332E6C56-D8B6-46DF-8A00-8AEC565BD2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075954-2B3E-4F12-B048-376C0BA053E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04CDE3F-B8C2-4BD4-A62C-403E2F61E64B}">
  <ds:schemaRefs>
    <ds:schemaRef ds:uri="http://schemas.microsoft.com/sharepoint/v3/contenttype/forms"/>
  </ds:schemaRefs>
</ds:datastoreItem>
</file>

<file path=customXml/itemProps3.xml><?xml version="1.0" encoding="utf-8"?>
<ds:datastoreItem xmlns:ds="http://schemas.openxmlformats.org/officeDocument/2006/customXml" ds:itemID="{73D4710A-DD3F-42AD-85D2-44BD9E6FEF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Fitness design</Template>
  <TotalTime>6617</TotalTime>
  <Words>671</Words>
  <Application>Microsoft Office PowerPoint</Application>
  <PresentationFormat>Widescreen</PresentationFormat>
  <Paragraphs>82</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Courier New</vt:lpstr>
      <vt:lpstr>Univers</vt:lpstr>
      <vt:lpstr>Univers Condensed</vt:lpstr>
      <vt:lpstr>Office Theme</vt:lpstr>
      <vt:lpstr>PowerPoint Presentation</vt:lpstr>
      <vt:lpstr>PowerPoint Presentation</vt:lpstr>
      <vt:lpstr> </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Judith Southard</dc:creator>
  <cp:lastModifiedBy>Judith Southard</cp:lastModifiedBy>
  <cp:revision>19</cp:revision>
  <dcterms:created xsi:type="dcterms:W3CDTF">2026-02-22T00:07:07Z</dcterms:created>
  <dcterms:modified xsi:type="dcterms:W3CDTF">2026-05-02T20:59:03Z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