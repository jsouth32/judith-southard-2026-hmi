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334" r:id="rId5"/>
    <p:sldId id="319" r:id="rId6"/>
    <p:sldId id="320" r:id="rId7"/>
    <p:sldId id="323" r:id="rId8"/>
    <p:sldId id="33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427" autoAdjust="0"/>
  </p:normalViewPr>
  <p:slideViewPr>
    <p:cSldViewPr snapToGrid="0">
      <p:cViewPr varScale="1">
        <p:scale>
          <a:sx n="86" d="100"/>
          <a:sy n="86" d="100"/>
        </p:scale>
        <p:origin x="15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710A2-1535-B147-B3BB-C1589046255C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99F43-FFA2-D94E-9493-556FC2A4F3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24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you have just fallen, have extreme hip pain, and go to the local Emergency Dept</a:t>
            </a:r>
          </a:p>
          <a:p>
            <a:r>
              <a:rPr lang="en-US" dirty="0"/>
              <a:t>After you get some lovely pain meds, </a:t>
            </a:r>
            <a:r>
              <a:rPr lang="en-US" dirty="0" err="1"/>
              <a:t>Xrays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, the orthopedic surgeon says he must operate to fix your broken hip</a:t>
            </a:r>
          </a:p>
          <a:p>
            <a:r>
              <a:rPr lang="en-US" dirty="0"/>
              <a:t>You end up with a total hip replacement and are admitted for a few days where people come in and out of your room constantly giving you instructions and medication.</a:t>
            </a:r>
          </a:p>
          <a:p>
            <a:r>
              <a:rPr lang="en-US" dirty="0"/>
              <a:t>Physical therapists get you up, and teach you how to walk with a walker, which you’ve never used.</a:t>
            </a:r>
          </a:p>
          <a:p>
            <a:r>
              <a:rPr lang="en-US" dirty="0"/>
              <a:t>The occupational therapists teach you how to put on your shoes and socks with equipment you’ve never seen.</a:t>
            </a:r>
          </a:p>
          <a:p>
            <a:r>
              <a:rPr lang="en-US" dirty="0"/>
              <a:t>Since it’s difficult and painful, and you can’t walk more than a few feet at a time, they are recommending subacute rehab.</a:t>
            </a:r>
          </a:p>
          <a:p>
            <a:r>
              <a:rPr lang="en-US" dirty="0"/>
              <a:t>This will allow you to continue to recover with regular therapy and nursing attention.</a:t>
            </a:r>
          </a:p>
          <a:p>
            <a:r>
              <a:rPr lang="en-US" dirty="0"/>
              <a:t>They can progress your program so that you can get home safely and with less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99F43-FFA2-D94E-9493-556FC2A4F32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844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you don’t have insurance, or your insurance doesn’t cover rehab.  </a:t>
            </a:r>
          </a:p>
          <a:p>
            <a:r>
              <a:rPr lang="en-US" dirty="0"/>
              <a:t>Or you were just in a rehab facility and have used up all of your rehab days and would have to pay hundreds of dollars to return, but you’re on a fixed income.  </a:t>
            </a:r>
          </a:p>
          <a:p>
            <a:r>
              <a:rPr lang="en-US" dirty="0"/>
              <a:t>All of these scenarios happen daily at your local hospital.</a:t>
            </a:r>
          </a:p>
          <a:p>
            <a:r>
              <a:rPr lang="en-US" dirty="0"/>
              <a:t>Now you have to go home with a hip that was just fixed a few days ago.  You can’t walk far.  You have 12 stairs to get to your bedroom at home.</a:t>
            </a:r>
          </a:p>
          <a:p>
            <a:r>
              <a:rPr lang="en-US" dirty="0"/>
              <a:t>You’re given instruction on which meds to take, where to go for your next appt</a:t>
            </a:r>
          </a:p>
          <a:p>
            <a:r>
              <a:rPr lang="en-US" dirty="0"/>
              <a:t>The hospital has arranged non-emergent transport to your home.</a:t>
            </a:r>
          </a:p>
          <a:p>
            <a:r>
              <a:rPr lang="en-US" dirty="0"/>
              <a:t>You get home and try to remember everything you were told at the hospital</a:t>
            </a:r>
          </a:p>
          <a:p>
            <a:r>
              <a:rPr lang="en-US" dirty="0"/>
              <a:t>Your leg is hurting, but what are you supposed to do again?  You’ve been taking pain medication and can’t remember it all</a:t>
            </a:r>
          </a:p>
          <a:p>
            <a:r>
              <a:rPr lang="en-US" dirty="0"/>
              <a:t>How long am I supposed to use ice? Is it time for my next medication?  </a:t>
            </a:r>
          </a:p>
          <a:p>
            <a:r>
              <a:rPr lang="en-US" dirty="0"/>
              <a:t>I’m ready to go to bed but which leg goes up the steps first?  Can I shower?  </a:t>
            </a:r>
          </a:p>
          <a:p>
            <a:r>
              <a:rPr lang="en-US" dirty="0"/>
              <a:t>What were those exercises I’m supposed to do??</a:t>
            </a:r>
          </a:p>
          <a:p>
            <a:r>
              <a:rPr lang="en-US" dirty="0"/>
              <a:t>And the therapists kept telling me not to rotate my leg – was that in or out?</a:t>
            </a:r>
          </a:p>
          <a:p>
            <a:r>
              <a:rPr lang="en-US" dirty="0"/>
              <a:t>Your spouse has to get back to work tomorrow, so you will be alone to remember everything.  You have a stack of papers and instructions… where do you start?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99F43-FFA2-D94E-9493-556FC2A4F32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91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you remember that your physical therapist gave you a program that you can use to help you and your caregiver – </a:t>
            </a:r>
            <a:r>
              <a:rPr lang="en-US" dirty="0" err="1"/>
              <a:t>PostOp</a:t>
            </a:r>
            <a:r>
              <a:rPr lang="en-US" dirty="0"/>
              <a:t> Pal</a:t>
            </a:r>
          </a:p>
          <a:p>
            <a:r>
              <a:rPr lang="en-US" dirty="0"/>
              <a:t>It’s one simple, easy, customized solution</a:t>
            </a:r>
          </a:p>
          <a:p>
            <a:r>
              <a:rPr lang="en-US" dirty="0"/>
              <a:t>A program that will guide you through your post-operative phases of rehab</a:t>
            </a:r>
          </a:p>
          <a:p>
            <a:r>
              <a:rPr lang="en-US" dirty="0"/>
              <a:t>An individualized home program specific to your surgery that can progress your exercises.</a:t>
            </a:r>
          </a:p>
          <a:p>
            <a:r>
              <a:rPr lang="en-US" dirty="0"/>
              <a:t>Post-op care instructions for pain management like positioning ideas or modalities</a:t>
            </a:r>
          </a:p>
          <a:p>
            <a:r>
              <a:rPr lang="en-US" dirty="0"/>
              <a:t>The do’s and don’ts on which way you cannot move your leg after surgery</a:t>
            </a:r>
          </a:p>
          <a:p>
            <a:r>
              <a:rPr lang="en-US" dirty="0"/>
              <a:t>Reminder prompts to complete your exercise program, change position, and </a:t>
            </a:r>
          </a:p>
          <a:p>
            <a:r>
              <a:rPr lang="en-US" dirty="0"/>
              <a:t>Other helpful tips and tricks to maximize your recovery</a:t>
            </a:r>
          </a:p>
          <a:p>
            <a:r>
              <a:rPr lang="en-US" dirty="0"/>
              <a:t>All of this in one easy program.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99F43-FFA2-D94E-9493-556FC2A4F32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69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 oversimplified sketch of </a:t>
            </a:r>
            <a:r>
              <a:rPr lang="en-US" dirty="0" err="1"/>
              <a:t>PostOp</a:t>
            </a:r>
            <a:r>
              <a:rPr lang="en-US" dirty="0"/>
              <a:t> Pal in action</a:t>
            </a:r>
          </a:p>
          <a:p>
            <a:r>
              <a:rPr lang="en-US" dirty="0"/>
              <a:t>You select your phase by entering the date of your surgery.  </a:t>
            </a:r>
          </a:p>
          <a:p>
            <a:r>
              <a:rPr lang="en-US" dirty="0"/>
              <a:t>The program will direct you to the appropriate phase of recovery.</a:t>
            </a:r>
          </a:p>
          <a:p>
            <a:r>
              <a:rPr lang="en-US" dirty="0"/>
              <a:t>Prompting questions will appear to ensure you are meeting criteria to complete program that day, or progress further, depending on your post op stage.</a:t>
            </a:r>
          </a:p>
          <a:p>
            <a:r>
              <a:rPr lang="en-US" dirty="0"/>
              <a:t>If you meet criteria, you will be able to start the program.  If not, it will tell you to try something else such as stretching until you can meet criteria.</a:t>
            </a:r>
          </a:p>
          <a:p>
            <a:r>
              <a:rPr lang="en-US" dirty="0"/>
              <a:t>Once you have met all criteria, you would progress to the next phase, assuming you are in the correct post-op days.</a:t>
            </a:r>
          </a:p>
          <a:p>
            <a:r>
              <a:rPr lang="en-US" dirty="0"/>
              <a:t>Once you have returned to normal function, the program will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99F43-FFA2-D94E-9493-556FC2A4F32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96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E11BF-EE74-6AF3-A3C4-F1FF9512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3789B-9963-615F-2D0F-23ADA44D3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738AD-A5DB-2C28-3DE8-18438500F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I turn to you – the board of directors</a:t>
            </a:r>
          </a:p>
          <a:p>
            <a:r>
              <a:rPr lang="en-US" dirty="0"/>
              <a:t>Will you continue to send patients home without the proper tools? When we do this, we aren’t sending them home to recover, we are leaving them to struggle</a:t>
            </a:r>
          </a:p>
          <a:p>
            <a:r>
              <a:rPr lang="en-US" dirty="0"/>
              <a:t>Those patients are at a high risk </a:t>
            </a:r>
            <a:r>
              <a:rPr lang="en-US"/>
              <a:t>of readmission.</a:t>
            </a:r>
            <a:endParaRPr lang="en-US" dirty="0"/>
          </a:p>
          <a:p>
            <a:r>
              <a:rPr lang="en-US" dirty="0" err="1"/>
              <a:t>PostOp</a:t>
            </a:r>
            <a:r>
              <a:rPr lang="en-US" dirty="0"/>
              <a:t> Pal isn’t just an expense or a budget line item approval.</a:t>
            </a:r>
          </a:p>
          <a:p>
            <a:r>
              <a:rPr lang="en-US" dirty="0"/>
              <a:t>You will directly prevent complications for our most vulnerable patients who could be your neighbor.  </a:t>
            </a:r>
          </a:p>
          <a:p>
            <a:r>
              <a:rPr lang="en-US" dirty="0"/>
              <a:t>Let’s make sure everyone you care about has the support they need. </a:t>
            </a:r>
          </a:p>
          <a:p>
            <a:r>
              <a:rPr lang="en-US" dirty="0"/>
              <a:t>Thank you.  Any questions?</a:t>
            </a:r>
          </a:p>
          <a:p>
            <a:endParaRPr lang="en-US" dirty="0"/>
          </a:p>
          <a:p>
            <a:r>
              <a:rPr lang="en-US" dirty="0"/>
              <a:t>*For development, design, operating cost, and ongoing maintenance, $125,000.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DC6EF-E11D-088E-F839-D04F750E0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99F43-FFA2-D94E-9493-556FC2A4F32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516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5307491-23CE-8355-10C4-42A34B90B3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5440" y="54864"/>
            <a:ext cx="6766560" cy="685800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8800" b="1" cap="all" baseline="0">
                <a:ln w="34925">
                  <a:solidFill>
                    <a:schemeClr val="accent6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0281A97-4CBB-9CF7-7CD9-6BA4C20106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19449" y="0"/>
            <a:ext cx="7872551" cy="6857997"/>
          </a:xfrm>
          <a:custGeom>
            <a:avLst/>
            <a:gdLst>
              <a:gd name="connsiteX0" fmla="*/ 0 w 7872551"/>
              <a:gd name="connsiteY0" fmla="*/ 0 h 6857997"/>
              <a:gd name="connsiteX1" fmla="*/ 2373474 w 7872551"/>
              <a:gd name="connsiteY1" fmla="*/ 0 h 6857997"/>
              <a:gd name="connsiteX2" fmla="*/ 7872551 w 7872551"/>
              <a:gd name="connsiteY2" fmla="*/ 2160200 h 6857997"/>
              <a:gd name="connsiteX3" fmla="*/ 7872551 w 7872551"/>
              <a:gd name="connsiteY3" fmla="*/ 2528750 h 6857997"/>
              <a:gd name="connsiteX4" fmla="*/ 2484415 w 7872551"/>
              <a:gd name="connsiteY4" fmla="*/ 6857997 h 6857997"/>
              <a:gd name="connsiteX5" fmla="*/ 1045423 w 7872551"/>
              <a:gd name="connsiteY5" fmla="*/ 6857997 h 6857997"/>
              <a:gd name="connsiteX6" fmla="*/ 0 w 7872551"/>
              <a:gd name="connsiteY6" fmla="*/ 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72551" h="6857997">
                <a:moveTo>
                  <a:pt x="0" y="0"/>
                </a:moveTo>
                <a:lnTo>
                  <a:pt x="2373474" y="0"/>
                </a:lnTo>
                <a:lnTo>
                  <a:pt x="7872551" y="2160200"/>
                </a:lnTo>
                <a:lnTo>
                  <a:pt x="7872551" y="2528750"/>
                </a:lnTo>
                <a:lnTo>
                  <a:pt x="2484415" y="6857997"/>
                </a:lnTo>
                <a:lnTo>
                  <a:pt x="1045423" y="6857997"/>
                </a:lnTo>
                <a:lnTo>
                  <a:pt x="0" y="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BB3A20D7-F413-446F-855D-2CD7B20EE777}"/>
              </a:ext>
            </a:extLst>
          </p:cNvPr>
          <p:cNvSpPr/>
          <p:nvPr userDrawn="1"/>
        </p:nvSpPr>
        <p:spPr>
          <a:xfrm>
            <a:off x="0" y="6639674"/>
            <a:ext cx="2989300" cy="234368"/>
          </a:xfrm>
          <a:custGeom>
            <a:avLst/>
            <a:gdLst>
              <a:gd name="connsiteX0" fmla="*/ 0 w 2989300"/>
              <a:gd name="connsiteY0" fmla="*/ 0 h 234368"/>
              <a:gd name="connsiteX1" fmla="*/ 2989300 w 2989300"/>
              <a:gd name="connsiteY1" fmla="*/ 0 h 234368"/>
              <a:gd name="connsiteX2" fmla="*/ 2930708 w 2989300"/>
              <a:gd name="connsiteY2" fmla="*/ 234368 h 234368"/>
              <a:gd name="connsiteX3" fmla="*/ 0 w 2989300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9300" h="234368">
                <a:moveTo>
                  <a:pt x="0" y="0"/>
                </a:moveTo>
                <a:lnTo>
                  <a:pt x="2989300" y="0"/>
                </a:lnTo>
                <a:lnTo>
                  <a:pt x="2930708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216" y="1636776"/>
            <a:ext cx="6044184" cy="2743200"/>
          </a:xfrm>
        </p:spPr>
        <p:txBody>
          <a:bodyPr lIns="0" tIns="0" rIns="0" bIns="0" anchor="t">
            <a:noAutofit/>
          </a:bodyPr>
          <a:lstStyle>
            <a:lvl1pPr algn="l">
              <a:defRPr sz="5500" cap="all" spc="200" baseline="0">
                <a:ln w="15875"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60" y="4654296"/>
            <a:ext cx="5504688" cy="1545336"/>
          </a:xfrm>
        </p:spPr>
        <p:txBody>
          <a:bodyPr lIns="0" tIns="45720" rIns="0" bIns="0">
            <a:noAutofit/>
          </a:bodyPr>
          <a:lstStyle>
            <a:lvl1pPr marL="0" indent="0" algn="l">
              <a:buNone/>
              <a:defRPr sz="2400" b="1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95973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3301F7-314A-C29D-A6E0-03C794979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278745" cy="6858000"/>
          </a:xfrm>
          <a:custGeom>
            <a:avLst/>
            <a:gdLst>
              <a:gd name="connsiteX0" fmla="*/ 0 w 5278745"/>
              <a:gd name="connsiteY0" fmla="*/ 0 h 6858000"/>
              <a:gd name="connsiteX1" fmla="*/ 5278745 w 5278745"/>
              <a:gd name="connsiteY1" fmla="*/ 0 h 6858000"/>
              <a:gd name="connsiteX2" fmla="*/ 3564245 w 5278745"/>
              <a:gd name="connsiteY2" fmla="*/ 6858000 h 6858000"/>
              <a:gd name="connsiteX3" fmla="*/ 0 w 527874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78745" h="6858000">
                <a:moveTo>
                  <a:pt x="0" y="0"/>
                </a:moveTo>
                <a:lnTo>
                  <a:pt x="5278745" y="0"/>
                </a:lnTo>
                <a:lnTo>
                  <a:pt x="356424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307E3-615E-4065-DAA5-78851025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331720"/>
            <a:ext cx="5897880" cy="676656"/>
          </a:xfrm>
        </p:spPr>
        <p:txBody>
          <a:bodyPr lIns="0" tIns="0" rIns="0" bIns="0" anchor="t">
            <a:noAutofit/>
          </a:bodyPr>
          <a:lstStyle>
            <a:lvl1pPr algn="r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062D3-982A-92E2-D7A3-183CDAFA82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1D1E-822C-BF84-967A-1B4AC3C0A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9AD42A94-63C2-F534-3DE1-C4825E7AF573}"/>
              </a:ext>
            </a:extLst>
          </p:cNvPr>
          <p:cNvSpPr/>
          <p:nvPr userDrawn="1"/>
        </p:nvSpPr>
        <p:spPr>
          <a:xfrm flipH="1">
            <a:off x="11346057" y="0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826EA2-1F85-8AB9-0C2A-E95F5E3AA2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2672" y="1042416"/>
            <a:ext cx="3922776" cy="4800600"/>
          </a:xfrm>
        </p:spPr>
        <p:txBody>
          <a:bodyPr anchor="ctr"/>
          <a:lstStyle>
            <a:lvl1pPr>
              <a:lnSpc>
                <a:spcPct val="100000"/>
              </a:lnSpc>
              <a:defRPr sz="2400" b="1" cap="all" baseline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C0D53C6-746B-0B30-1EA2-115506B5FB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3099816"/>
            <a:ext cx="553212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9E3A49B-132C-8354-0143-5553766943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" y="3867912"/>
            <a:ext cx="516636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586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c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479471B-A388-2175-4C67-D1DD7416506D}"/>
              </a:ext>
            </a:extLst>
          </p:cNvPr>
          <p:cNvSpPr/>
          <p:nvPr userDrawn="1"/>
        </p:nvSpPr>
        <p:spPr>
          <a:xfrm>
            <a:off x="6873392" y="2"/>
            <a:ext cx="5318607" cy="6858001"/>
          </a:xfrm>
          <a:custGeom>
            <a:avLst/>
            <a:gdLst>
              <a:gd name="connsiteX0" fmla="*/ 1764372 w 5318607"/>
              <a:gd name="connsiteY0" fmla="*/ 0 h 6858001"/>
              <a:gd name="connsiteX1" fmla="*/ 5318607 w 5318607"/>
              <a:gd name="connsiteY1" fmla="*/ 1021461 h 6858001"/>
              <a:gd name="connsiteX2" fmla="*/ 5318607 w 5318607"/>
              <a:gd name="connsiteY2" fmla="*/ 1066085 h 6858001"/>
              <a:gd name="connsiteX3" fmla="*/ 1609106 w 5318607"/>
              <a:gd name="connsiteY3" fmla="*/ 0 h 6858001"/>
              <a:gd name="connsiteX4" fmla="*/ 0 w 5318607"/>
              <a:gd name="connsiteY4" fmla="*/ 0 h 6858001"/>
              <a:gd name="connsiteX5" fmla="*/ 40313 w 5318607"/>
              <a:gd name="connsiteY5" fmla="*/ 0 h 6858001"/>
              <a:gd name="connsiteX6" fmla="*/ 1716967 w 5318607"/>
              <a:gd name="connsiteY6" fmla="*/ 6858000 h 6858001"/>
              <a:gd name="connsiteX7" fmla="*/ 1676653 w 5318607"/>
              <a:gd name="connsiteY7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18607" h="6858001">
                <a:moveTo>
                  <a:pt x="1764372" y="0"/>
                </a:moveTo>
                <a:lnTo>
                  <a:pt x="5318607" y="1021461"/>
                </a:lnTo>
                <a:lnTo>
                  <a:pt x="5318607" y="1066085"/>
                </a:lnTo>
                <a:lnTo>
                  <a:pt x="1609106" y="0"/>
                </a:lnTo>
                <a:close/>
                <a:moveTo>
                  <a:pt x="0" y="0"/>
                </a:moveTo>
                <a:lnTo>
                  <a:pt x="40313" y="0"/>
                </a:lnTo>
                <a:lnTo>
                  <a:pt x="1716967" y="6858000"/>
                </a:lnTo>
                <a:lnTo>
                  <a:pt x="1676653" y="6858001"/>
                </a:lnTo>
                <a:close/>
              </a:path>
            </a:pathLst>
          </a:cu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02B252-A09D-765B-4015-B04E32D9A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99139" y="6176963"/>
            <a:ext cx="389001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 i="0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r>
              <a:rPr lang="en-US" dirty="0"/>
              <a:t>Fitness Presentation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0071A5B-063E-2EE8-9B8E-AFA6D65DE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5359" y="6176963"/>
            <a:ext cx="440851" cy="365125"/>
          </a:xfrm>
          <a:prstGeom prst="rect">
            <a:avLst/>
          </a:prstGeom>
        </p:spPr>
        <p:txBody>
          <a:bodyPr anchor="ctr"/>
          <a:lstStyle>
            <a:lvl1pPr algn="l">
              <a:defRPr sz="1000" b="1" i="0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9AF36A9-8E12-F285-BA65-FD9E2D57489C}"/>
              </a:ext>
            </a:extLst>
          </p:cNvPr>
          <p:cNvSpPr/>
          <p:nvPr userDrawn="1"/>
        </p:nvSpPr>
        <p:spPr>
          <a:xfrm rot="16200000">
            <a:off x="1285350" y="4714350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281A98B-23A2-F25E-454B-873DC210C0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8524" y="0"/>
            <a:ext cx="5213477" cy="6858000"/>
          </a:xfrm>
          <a:custGeom>
            <a:avLst/>
            <a:gdLst>
              <a:gd name="connsiteX0" fmla="*/ 0 w 5213477"/>
              <a:gd name="connsiteY0" fmla="*/ 0 h 6858000"/>
              <a:gd name="connsiteX1" fmla="*/ 1268595 w 5213477"/>
              <a:gd name="connsiteY1" fmla="*/ 0 h 6858000"/>
              <a:gd name="connsiteX2" fmla="*/ 5213477 w 5213477"/>
              <a:gd name="connsiteY2" fmla="*/ 1133731 h 6858000"/>
              <a:gd name="connsiteX3" fmla="*/ 5213477 w 5213477"/>
              <a:gd name="connsiteY3" fmla="*/ 5245005 h 6858000"/>
              <a:gd name="connsiteX4" fmla="*/ 3534514 w 5213477"/>
              <a:gd name="connsiteY4" fmla="*/ 6858000 h 6858000"/>
              <a:gd name="connsiteX5" fmla="*/ 1676654 w 5213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13477" h="6858000">
                <a:moveTo>
                  <a:pt x="0" y="0"/>
                </a:moveTo>
                <a:lnTo>
                  <a:pt x="1268595" y="0"/>
                </a:lnTo>
                <a:lnTo>
                  <a:pt x="5213477" y="1133731"/>
                </a:lnTo>
                <a:lnTo>
                  <a:pt x="5213477" y="5245005"/>
                </a:lnTo>
                <a:lnTo>
                  <a:pt x="3534514" y="6858000"/>
                </a:lnTo>
                <a:lnTo>
                  <a:pt x="1676654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9460C4E-6B86-CA07-B86E-313F497C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-54864"/>
            <a:ext cx="6345936" cy="676656"/>
          </a:xfrm>
        </p:spPr>
        <p:txBody>
          <a:bodyPr lIns="0" tIns="0" rIns="0" bIns="0" anchor="t">
            <a:noAutofit/>
          </a:bodyPr>
          <a:lstStyle>
            <a:lvl1pPr algn="l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B4F1EE02-01B2-B1A7-8C1D-93337F4EEB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5840" y="713232"/>
            <a:ext cx="5971032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91923A78-A1D5-B419-C2EC-74FF8A4326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4752" y="1481328"/>
            <a:ext cx="5532120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E0B67-C7F9-39E3-8641-110D8CC201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99032" y="2724912"/>
            <a:ext cx="3922776" cy="294436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255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AD11785-AC9A-022B-D5A2-883AA0782E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5440" y="54864"/>
            <a:ext cx="6766560" cy="6858000"/>
          </a:xfrm>
          <a:custGeom>
            <a:avLst/>
            <a:gdLst>
              <a:gd name="connsiteX0" fmla="*/ 0 w 6766560"/>
              <a:gd name="connsiteY0" fmla="*/ 0 h 6858000"/>
              <a:gd name="connsiteX1" fmla="*/ 6766560 w 6766560"/>
              <a:gd name="connsiteY1" fmla="*/ 0 h 6858000"/>
              <a:gd name="connsiteX2" fmla="*/ 6766560 w 6766560"/>
              <a:gd name="connsiteY2" fmla="*/ 6858000 h 6858000"/>
              <a:gd name="connsiteX3" fmla="*/ 0 w 6766560"/>
              <a:gd name="connsiteY3" fmla="*/ 6858000 h 6858000"/>
              <a:gd name="connsiteX4" fmla="*/ 0 w 6766560"/>
              <a:gd name="connsiteY4" fmla="*/ 6803136 h 6858000"/>
              <a:gd name="connsiteX5" fmla="*/ 2240742 w 6766560"/>
              <a:gd name="connsiteY5" fmla="*/ 6803136 h 6858000"/>
              <a:gd name="connsiteX6" fmla="*/ 2299334 w 6766560"/>
              <a:gd name="connsiteY6" fmla="*/ 6568768 h 6858000"/>
              <a:gd name="connsiteX7" fmla="*/ 0 w 6766560"/>
              <a:gd name="connsiteY7" fmla="*/ 656876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66560" h="6858000">
                <a:moveTo>
                  <a:pt x="0" y="0"/>
                </a:moveTo>
                <a:lnTo>
                  <a:pt x="6766560" y="0"/>
                </a:lnTo>
                <a:lnTo>
                  <a:pt x="6766560" y="6858000"/>
                </a:lnTo>
                <a:lnTo>
                  <a:pt x="0" y="6858000"/>
                </a:lnTo>
                <a:lnTo>
                  <a:pt x="0" y="6803136"/>
                </a:lnTo>
                <a:lnTo>
                  <a:pt x="2240742" y="6803136"/>
                </a:lnTo>
                <a:lnTo>
                  <a:pt x="2299334" y="6568768"/>
                </a:lnTo>
                <a:lnTo>
                  <a:pt x="0" y="6568768"/>
                </a:ln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8800" b="1" cap="all" baseline="0">
                <a:ln w="34925">
                  <a:solidFill>
                    <a:schemeClr val="accent6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1EF2190-F8C4-3961-DBA7-5C1A52B28E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35210" y="0"/>
            <a:ext cx="6994357" cy="6857997"/>
          </a:xfrm>
          <a:custGeom>
            <a:avLst/>
            <a:gdLst>
              <a:gd name="connsiteX0" fmla="*/ 1714499 w 6994357"/>
              <a:gd name="connsiteY0" fmla="*/ 0 h 6857997"/>
              <a:gd name="connsiteX1" fmla="*/ 6994357 w 6994357"/>
              <a:gd name="connsiteY1" fmla="*/ 0 h 6857997"/>
              <a:gd name="connsiteX2" fmla="*/ 5279858 w 6994357"/>
              <a:gd name="connsiteY2" fmla="*/ 6857997 h 6857997"/>
              <a:gd name="connsiteX3" fmla="*/ 3730973 w 6994357"/>
              <a:gd name="connsiteY3" fmla="*/ 6857997 h 6857997"/>
              <a:gd name="connsiteX4" fmla="*/ 3789564 w 6994357"/>
              <a:gd name="connsiteY4" fmla="*/ 6623632 h 6857997"/>
              <a:gd name="connsiteX5" fmla="*/ 649198 w 6994357"/>
              <a:gd name="connsiteY5" fmla="*/ 6623632 h 6857997"/>
              <a:gd name="connsiteX6" fmla="*/ 590607 w 6994357"/>
              <a:gd name="connsiteY6" fmla="*/ 6857997 h 6857997"/>
              <a:gd name="connsiteX7" fmla="*/ 0 w 6994357"/>
              <a:gd name="connsiteY7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4357" h="6857997">
                <a:moveTo>
                  <a:pt x="1714499" y="0"/>
                </a:moveTo>
                <a:lnTo>
                  <a:pt x="6994357" y="0"/>
                </a:lnTo>
                <a:lnTo>
                  <a:pt x="5279858" y="6857997"/>
                </a:lnTo>
                <a:lnTo>
                  <a:pt x="3730973" y="6857997"/>
                </a:lnTo>
                <a:lnTo>
                  <a:pt x="3789564" y="6623632"/>
                </a:lnTo>
                <a:lnTo>
                  <a:pt x="649198" y="6623632"/>
                </a:lnTo>
                <a:lnTo>
                  <a:pt x="590607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216" y="1636776"/>
            <a:ext cx="6044184" cy="2743200"/>
          </a:xfrm>
        </p:spPr>
        <p:txBody>
          <a:bodyPr lIns="0" tIns="0" rIns="0" bIns="0" anchor="t">
            <a:noAutofit/>
          </a:bodyPr>
          <a:lstStyle>
            <a:lvl1pPr algn="l">
              <a:defRPr sz="5500" cap="all" spc="200" baseline="0">
                <a:ln w="15875"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60" y="4654296"/>
            <a:ext cx="5504688" cy="1545336"/>
          </a:xfrm>
        </p:spPr>
        <p:txBody>
          <a:bodyPr lIns="0" tIns="45720" rIns="0" bIns="0">
            <a:noAutofit/>
          </a:bodyPr>
          <a:lstStyle>
            <a:lvl1pPr marL="0" indent="0" algn="l">
              <a:buNone/>
              <a:defRPr sz="2400" b="1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998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731E-CED9-840B-1719-42D1BEAA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474720"/>
            <a:ext cx="5468112" cy="1444752"/>
          </a:xfrm>
        </p:spPr>
        <p:txBody>
          <a:bodyPr lIns="0" tIns="0" rIns="0" bIns="0" anchor="t">
            <a:noAutofit/>
          </a:bodyPr>
          <a:lstStyle>
            <a:lvl1pPr>
              <a:defRPr sz="5500" b="1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B848C7-D26F-AC1D-FEED-959297BAEA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D6191-24BB-B445-814B-022367D335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 1">
            <a:extLst>
              <a:ext uri="{FF2B5EF4-FFF2-40B4-BE49-F238E27FC236}">
                <a16:creationId xmlns:a16="http://schemas.microsoft.com/office/drawing/2014/main" id="{17CCD23D-9FBE-BCA1-7BD4-A558E8A2AA7F}"/>
              </a:ext>
            </a:extLst>
          </p:cNvPr>
          <p:cNvSpPr/>
          <p:nvPr userDrawn="1"/>
        </p:nvSpPr>
        <p:spPr>
          <a:xfrm rot="5400000" flipH="1" flipV="1">
            <a:off x="1285350" y="4714350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137255-CD95-C6F3-3F34-268CCCFDED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73952" y="512064"/>
            <a:ext cx="5394960" cy="5358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33E03FB2-A36A-C4BC-D32C-C9D79FA135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936" y="1938528"/>
            <a:ext cx="5468112" cy="144475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491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>
            <a:extLst>
              <a:ext uri="{FF2B5EF4-FFF2-40B4-BE49-F238E27FC236}">
                <a16:creationId xmlns:a16="http://schemas.microsoft.com/office/drawing/2014/main" id="{9BFF52DA-D268-8BCB-C72B-0C57ED703C12}"/>
              </a:ext>
            </a:extLst>
          </p:cNvPr>
          <p:cNvSpPr/>
          <p:nvPr userDrawn="1"/>
        </p:nvSpPr>
        <p:spPr>
          <a:xfrm rot="16200000" flipH="1" flipV="1">
            <a:off x="10066638" y="-1294752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68F2478-FF44-9B20-A176-F2CC3225E2FC}"/>
              </a:ext>
            </a:extLst>
          </p:cNvPr>
          <p:cNvSpPr/>
          <p:nvPr userDrawn="1"/>
        </p:nvSpPr>
        <p:spPr>
          <a:xfrm>
            <a:off x="1" y="5678455"/>
            <a:ext cx="4824683" cy="1179545"/>
          </a:xfrm>
          <a:custGeom>
            <a:avLst/>
            <a:gdLst>
              <a:gd name="connsiteX0" fmla="*/ 0 w 4824683"/>
              <a:gd name="connsiteY0" fmla="*/ 0 h 1179545"/>
              <a:gd name="connsiteX1" fmla="*/ 4824683 w 4824683"/>
              <a:gd name="connsiteY1" fmla="*/ 1179545 h 1179545"/>
              <a:gd name="connsiteX2" fmla="*/ 4659791 w 4824683"/>
              <a:gd name="connsiteY2" fmla="*/ 1179545 h 1179545"/>
              <a:gd name="connsiteX3" fmla="*/ 0 w 4824683"/>
              <a:gd name="connsiteY3" fmla="*/ 40314 h 117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4683" h="1179545">
                <a:moveTo>
                  <a:pt x="0" y="0"/>
                </a:moveTo>
                <a:lnTo>
                  <a:pt x="4824683" y="1179545"/>
                </a:lnTo>
                <a:lnTo>
                  <a:pt x="4659791" y="1179545"/>
                </a:lnTo>
                <a:lnTo>
                  <a:pt x="0" y="40314"/>
                </a:lnTo>
                <a:close/>
              </a:path>
            </a:pathLst>
          </a:cu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C6F6DEC-A2BE-0211-54C4-9073E7CED16A}"/>
              </a:ext>
            </a:extLst>
          </p:cNvPr>
          <p:cNvSpPr/>
          <p:nvPr userDrawn="1"/>
        </p:nvSpPr>
        <p:spPr>
          <a:xfrm>
            <a:off x="0" y="0"/>
            <a:ext cx="776325" cy="3175394"/>
          </a:xfrm>
          <a:custGeom>
            <a:avLst/>
            <a:gdLst>
              <a:gd name="connsiteX0" fmla="*/ 736011 w 776325"/>
              <a:gd name="connsiteY0" fmla="*/ 0 h 3175394"/>
              <a:gd name="connsiteX1" fmla="*/ 776325 w 776325"/>
              <a:gd name="connsiteY1" fmla="*/ 0 h 3175394"/>
              <a:gd name="connsiteX2" fmla="*/ 0 w 776325"/>
              <a:gd name="connsiteY2" fmla="*/ 3175394 h 3175394"/>
              <a:gd name="connsiteX3" fmla="*/ 0 w 776325"/>
              <a:gd name="connsiteY3" fmla="*/ 3010498 h 3175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325" h="3175394">
                <a:moveTo>
                  <a:pt x="736011" y="0"/>
                </a:moveTo>
                <a:lnTo>
                  <a:pt x="776325" y="0"/>
                </a:lnTo>
                <a:lnTo>
                  <a:pt x="0" y="3175394"/>
                </a:lnTo>
                <a:lnTo>
                  <a:pt x="0" y="3010498"/>
                </a:lnTo>
                <a:close/>
              </a:path>
            </a:pathLst>
          </a:cu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C731E-CED9-840B-1719-42D1BEAA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429000"/>
            <a:ext cx="4572000" cy="676656"/>
          </a:xfrm>
        </p:spPr>
        <p:txBody>
          <a:bodyPr lIns="0" tIns="0" rIns="0" bIns="0" anchor="t">
            <a:noAutofit/>
          </a:bodyPr>
          <a:lstStyle>
            <a:lvl1pPr>
              <a:defRPr sz="5500" b="1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B848C7-D26F-AC1D-FEED-959297BAEA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D6191-24BB-B445-814B-022367D335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137255-CD95-C6F3-3F34-268CCCFDED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03520" y="1234440"/>
            <a:ext cx="6281928" cy="438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33E03FB2-A36A-C4BC-D32C-C9D79FA135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936" y="2587752"/>
            <a:ext cx="4572000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040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DEBD92-1C41-6D85-3E82-EAA34BEB43AA}"/>
              </a:ext>
            </a:extLst>
          </p:cNvPr>
          <p:cNvCxnSpPr>
            <a:cxnSpLocks/>
          </p:cNvCxnSpPr>
          <p:nvPr/>
        </p:nvCxnSpPr>
        <p:spPr>
          <a:xfrm>
            <a:off x="198783" y="-1"/>
            <a:ext cx="1400619" cy="6858001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D3F7AD-ADD7-0F77-7DD9-738EA16C1158}"/>
              </a:ext>
            </a:extLst>
          </p:cNvPr>
          <p:cNvCxnSpPr>
            <a:cxnSpLocks/>
          </p:cNvCxnSpPr>
          <p:nvPr/>
        </p:nvCxnSpPr>
        <p:spPr>
          <a:xfrm flipV="1">
            <a:off x="-41350" y="-1"/>
            <a:ext cx="3905034" cy="302149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236170-F5BA-8DBF-9253-ADD639CD9680}"/>
              </a:ext>
            </a:extLst>
          </p:cNvPr>
          <p:cNvCxnSpPr>
            <a:cxnSpLocks/>
          </p:cNvCxnSpPr>
          <p:nvPr/>
        </p:nvCxnSpPr>
        <p:spPr>
          <a:xfrm flipV="1">
            <a:off x="8567307" y="3556215"/>
            <a:ext cx="3635673" cy="330178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BC246A-C926-C74B-144A-A22102636CDD}"/>
              </a:ext>
            </a:extLst>
          </p:cNvPr>
          <p:cNvCxnSpPr>
            <a:cxnSpLocks/>
          </p:cNvCxnSpPr>
          <p:nvPr/>
        </p:nvCxnSpPr>
        <p:spPr>
          <a:xfrm>
            <a:off x="-41350" y="5074694"/>
            <a:ext cx="4540685" cy="1783306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D238B8-F8BC-E02D-82F6-C32EA1C25B03}"/>
              </a:ext>
            </a:extLst>
          </p:cNvPr>
          <p:cNvCxnSpPr>
            <a:cxnSpLocks/>
          </p:cNvCxnSpPr>
          <p:nvPr/>
        </p:nvCxnSpPr>
        <p:spPr>
          <a:xfrm>
            <a:off x="10758601" y="-1"/>
            <a:ext cx="1026368" cy="6858001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587E33-E292-84DB-CFC5-037767DED5E7}"/>
              </a:ext>
            </a:extLst>
          </p:cNvPr>
          <p:cNvCxnSpPr>
            <a:cxnSpLocks/>
          </p:cNvCxnSpPr>
          <p:nvPr/>
        </p:nvCxnSpPr>
        <p:spPr>
          <a:xfrm>
            <a:off x="8116008" y="-1"/>
            <a:ext cx="4086972" cy="1391479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CE7118C-0FB4-0CF3-538A-23903573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824" y="1591056"/>
            <a:ext cx="8055864" cy="3127248"/>
          </a:xfrm>
        </p:spPr>
        <p:txBody>
          <a:bodyPr lIns="0" tIns="0" rIns="0" bIns="0" anchor="t">
            <a:noAutofit/>
          </a:bodyPr>
          <a:lstStyle>
            <a:lvl1pPr algn="ctr">
              <a:defRPr sz="5500" baseline="0">
                <a:ln w="15875">
                  <a:solidFill>
                    <a:schemeClr val="accent1"/>
                  </a:solidFill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Graphic 6" descr="Open quotation mark outline">
            <a:extLst>
              <a:ext uri="{FF2B5EF4-FFF2-40B4-BE49-F238E27FC236}">
                <a16:creationId xmlns:a16="http://schemas.microsoft.com/office/drawing/2014/main" id="{827EAF0A-A165-45C2-7F1B-61B5C38C43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875" y="-1"/>
            <a:ext cx="1602058" cy="1592765"/>
          </a:xfrm>
          <a:prstGeom prst="rect">
            <a:avLst/>
          </a:prstGeom>
        </p:spPr>
      </p:pic>
      <p:pic>
        <p:nvPicPr>
          <p:cNvPr id="13" name="Graphic 6" descr="Open quotation mark outline">
            <a:extLst>
              <a:ext uri="{FF2B5EF4-FFF2-40B4-BE49-F238E27FC236}">
                <a16:creationId xmlns:a16="http://schemas.microsoft.com/office/drawing/2014/main" id="{1B0A1E52-4B54-E702-39EA-2FDB431230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123068" y="5190808"/>
            <a:ext cx="1602058" cy="1592765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155AF48D-93E9-E6EC-EAC5-B732F28C4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0904" y="4727448"/>
            <a:ext cx="6766560" cy="1591056"/>
          </a:xfrm>
        </p:spPr>
        <p:txBody>
          <a:bodyPr lIns="91440" tIns="45720" rIns="91440" bIns="4572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1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6457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2131924-67CB-28AA-2CD5-687CBCB44E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506" y="2908712"/>
            <a:ext cx="2331720" cy="2167128"/>
          </a:xfrm>
          <a:custGeom>
            <a:avLst/>
            <a:gdLst>
              <a:gd name="connsiteX0" fmla="*/ 535282 w 2324226"/>
              <a:gd name="connsiteY0" fmla="*/ 0 h 2141126"/>
              <a:gd name="connsiteX1" fmla="*/ 2324226 w 2324226"/>
              <a:gd name="connsiteY1" fmla="*/ 0 h 2141126"/>
              <a:gd name="connsiteX2" fmla="*/ 2324226 w 2324226"/>
              <a:gd name="connsiteY2" fmla="*/ 4 h 2141126"/>
              <a:gd name="connsiteX3" fmla="*/ 1788946 w 2324226"/>
              <a:gd name="connsiteY3" fmla="*/ 2141126 h 2141126"/>
              <a:gd name="connsiteX4" fmla="*/ 0 w 2324226"/>
              <a:gd name="connsiteY4" fmla="*/ 2141126 h 214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4226" h="2141126">
                <a:moveTo>
                  <a:pt x="535282" y="0"/>
                </a:moveTo>
                <a:lnTo>
                  <a:pt x="2324226" y="0"/>
                </a:lnTo>
                <a:lnTo>
                  <a:pt x="2324226" y="4"/>
                </a:lnTo>
                <a:lnTo>
                  <a:pt x="1788946" y="2141126"/>
                </a:lnTo>
                <a:lnTo>
                  <a:pt x="0" y="21411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B2FAB-5DFD-93F0-4BFE-135A8C33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13232"/>
            <a:ext cx="5468112" cy="1435608"/>
          </a:xfrm>
        </p:spPr>
        <p:txBody>
          <a:bodyPr lIns="0" tIns="0" rIns="0" bIns="0" anchor="t">
            <a:noAutofit/>
          </a:bodyPr>
          <a:lstStyle>
            <a:lvl1pPr>
              <a:defRPr sz="5500" cap="all" baseline="0">
                <a:ln w="15875">
                  <a:noFill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E009C-9966-E783-9CB7-DEB9BFA170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623F-3EFD-A383-6EFD-529A7DF5FE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7F325E0F-FFBB-4476-43B8-9D2D928EFE7D}"/>
              </a:ext>
            </a:extLst>
          </p:cNvPr>
          <p:cNvSpPr/>
          <p:nvPr userDrawn="1"/>
        </p:nvSpPr>
        <p:spPr>
          <a:xfrm>
            <a:off x="6344362" y="2985550"/>
            <a:ext cx="2353405" cy="2162266"/>
          </a:xfrm>
          <a:prstGeom prst="parallelogram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F4081149-7668-2C87-E43C-4412E70F4A91}"/>
              </a:ext>
            </a:extLst>
          </p:cNvPr>
          <p:cNvSpPr/>
          <p:nvPr userDrawn="1"/>
        </p:nvSpPr>
        <p:spPr>
          <a:xfrm>
            <a:off x="9189299" y="2985550"/>
            <a:ext cx="2353405" cy="2162266"/>
          </a:xfrm>
          <a:prstGeom prst="parallelogram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492E5EB0-A658-029E-D5D0-BCE1574A221C}"/>
              </a:ext>
            </a:extLst>
          </p:cNvPr>
          <p:cNvSpPr/>
          <p:nvPr userDrawn="1"/>
        </p:nvSpPr>
        <p:spPr>
          <a:xfrm>
            <a:off x="654488" y="2985550"/>
            <a:ext cx="2353405" cy="2162266"/>
          </a:xfrm>
          <a:prstGeom prst="parallelogram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941C4C8C-CA8B-DF1C-4CE4-72AA201276FD}"/>
              </a:ext>
            </a:extLst>
          </p:cNvPr>
          <p:cNvSpPr/>
          <p:nvPr userDrawn="1"/>
        </p:nvSpPr>
        <p:spPr>
          <a:xfrm>
            <a:off x="3499425" y="2985550"/>
            <a:ext cx="2353405" cy="2162266"/>
          </a:xfrm>
          <a:prstGeom prst="parallelogram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90C1AB6-97D1-A546-4CDB-581820C372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5391" y="2908712"/>
            <a:ext cx="2331720" cy="2167128"/>
          </a:xfrm>
          <a:custGeom>
            <a:avLst/>
            <a:gdLst>
              <a:gd name="connsiteX0" fmla="*/ 535282 w 2324226"/>
              <a:gd name="connsiteY0" fmla="*/ 0 h 2141126"/>
              <a:gd name="connsiteX1" fmla="*/ 2324226 w 2324226"/>
              <a:gd name="connsiteY1" fmla="*/ 0 h 2141126"/>
              <a:gd name="connsiteX2" fmla="*/ 2324226 w 2324226"/>
              <a:gd name="connsiteY2" fmla="*/ 4 h 2141126"/>
              <a:gd name="connsiteX3" fmla="*/ 1788946 w 2324226"/>
              <a:gd name="connsiteY3" fmla="*/ 2141126 h 2141126"/>
              <a:gd name="connsiteX4" fmla="*/ 0 w 2324226"/>
              <a:gd name="connsiteY4" fmla="*/ 2141126 h 214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4226" h="2141126">
                <a:moveTo>
                  <a:pt x="535282" y="0"/>
                </a:moveTo>
                <a:lnTo>
                  <a:pt x="2324226" y="0"/>
                </a:lnTo>
                <a:lnTo>
                  <a:pt x="2324226" y="4"/>
                </a:lnTo>
                <a:lnTo>
                  <a:pt x="1788946" y="2141126"/>
                </a:lnTo>
                <a:lnTo>
                  <a:pt x="0" y="21411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551A569-6887-AF4A-69C0-04FEFAB0B4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38276" y="2908712"/>
            <a:ext cx="2331720" cy="2167128"/>
          </a:xfrm>
          <a:custGeom>
            <a:avLst/>
            <a:gdLst>
              <a:gd name="connsiteX0" fmla="*/ 535282 w 2324226"/>
              <a:gd name="connsiteY0" fmla="*/ 0 h 2141126"/>
              <a:gd name="connsiteX1" fmla="*/ 2324226 w 2324226"/>
              <a:gd name="connsiteY1" fmla="*/ 0 h 2141126"/>
              <a:gd name="connsiteX2" fmla="*/ 2324226 w 2324226"/>
              <a:gd name="connsiteY2" fmla="*/ 4 h 2141126"/>
              <a:gd name="connsiteX3" fmla="*/ 1788946 w 2324226"/>
              <a:gd name="connsiteY3" fmla="*/ 2141126 h 2141126"/>
              <a:gd name="connsiteX4" fmla="*/ 0 w 2324226"/>
              <a:gd name="connsiteY4" fmla="*/ 2141126 h 214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4226" h="2141126">
                <a:moveTo>
                  <a:pt x="535282" y="0"/>
                </a:moveTo>
                <a:lnTo>
                  <a:pt x="2324226" y="0"/>
                </a:lnTo>
                <a:lnTo>
                  <a:pt x="2324226" y="4"/>
                </a:lnTo>
                <a:lnTo>
                  <a:pt x="1788946" y="2141126"/>
                </a:lnTo>
                <a:lnTo>
                  <a:pt x="0" y="21411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A43DE41-07D6-C365-F274-A56FE59E1C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81160" y="2908712"/>
            <a:ext cx="2331720" cy="2167128"/>
          </a:xfrm>
          <a:custGeom>
            <a:avLst/>
            <a:gdLst>
              <a:gd name="connsiteX0" fmla="*/ 535282 w 2324226"/>
              <a:gd name="connsiteY0" fmla="*/ 0 h 2141126"/>
              <a:gd name="connsiteX1" fmla="*/ 2324226 w 2324226"/>
              <a:gd name="connsiteY1" fmla="*/ 0 h 2141126"/>
              <a:gd name="connsiteX2" fmla="*/ 2324226 w 2324226"/>
              <a:gd name="connsiteY2" fmla="*/ 4 h 2141126"/>
              <a:gd name="connsiteX3" fmla="*/ 1788946 w 2324226"/>
              <a:gd name="connsiteY3" fmla="*/ 2141126 h 2141126"/>
              <a:gd name="connsiteX4" fmla="*/ 0 w 2324226"/>
              <a:gd name="connsiteY4" fmla="*/ 2141126 h 214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4226" h="2141126">
                <a:moveTo>
                  <a:pt x="535282" y="0"/>
                </a:moveTo>
                <a:lnTo>
                  <a:pt x="2324226" y="0"/>
                </a:lnTo>
                <a:lnTo>
                  <a:pt x="2324226" y="4"/>
                </a:lnTo>
                <a:lnTo>
                  <a:pt x="1788946" y="2141126"/>
                </a:lnTo>
                <a:lnTo>
                  <a:pt x="0" y="21411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4C40CC6-4591-55BF-FD47-0E28F9C831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792" y="5422392"/>
            <a:ext cx="2340864" cy="2743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F450C7AB-27EC-6384-E4E4-3C73E497DB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792" y="5733288"/>
            <a:ext cx="2340864" cy="27463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F12C028-16B0-8E76-94E3-D70BAA13B7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5576" y="5422392"/>
            <a:ext cx="2340864" cy="2743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9FC0685-4E19-6701-97D2-E725CD514D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65576" y="5733288"/>
            <a:ext cx="2340864" cy="27463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B32DF73F-AB65-F574-3868-8473DFC2A7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09360" y="5422392"/>
            <a:ext cx="2340864" cy="2743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AE61294-AE0F-FD37-A192-24B9AED9E7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09360" y="5733288"/>
            <a:ext cx="2340864" cy="27463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A9811CA8-206B-8729-28D2-11B5F82757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53144" y="5422392"/>
            <a:ext cx="2340864" cy="2743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EC9E02F9-887E-4842-4BDD-DE7C0B25BA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53144" y="5733288"/>
            <a:ext cx="2340864" cy="27463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6507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8CD08B2E-1A27-1339-B056-40F503A020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8178" y="250985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B2FAB-5DFD-93F0-4BFE-135A8C33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13232"/>
            <a:ext cx="7260336" cy="1417320"/>
          </a:xfrm>
        </p:spPr>
        <p:txBody>
          <a:bodyPr lIns="0" tIns="0" rIns="0" bIns="0" anchor="t">
            <a:noAutofit/>
          </a:bodyPr>
          <a:lstStyle>
            <a:lvl1pPr>
              <a:defRPr sz="5500" cap="all" baseline="0">
                <a:ln w="15875">
                  <a:noFill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E009C-9966-E783-9CB7-DEB9BFA170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623F-3EFD-A383-6EFD-529A7DF5FE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955D11F-6341-A8CE-C7B8-E0D11689EC3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57900" y="250985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5D408B46-3F0C-8348-6990-1A9B5E0606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67622" y="250985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E49EA0B6-BDA2-7C47-3BF4-B0183E16ED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77344" y="250985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4C40CC6-4591-55BF-FD47-0E28F9C831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0936" y="35021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F450C7AB-27EC-6384-E4E4-3C73E497DB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3849624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F12C028-16B0-8E76-94E3-D70BAA13B7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38728" y="35021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9FC0685-4E19-6701-97D2-E725CD514D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38728" y="3849624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B32DF73F-AB65-F574-3868-8473DFC2A7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46520" y="35021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AE61294-AE0F-FD37-A192-24B9AED9E7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46520" y="3849624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A9811CA8-206B-8729-28D2-11B5F82757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54312" y="35021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EC9E02F9-887E-4842-4BDD-DE7C0B25BA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54312" y="3849624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F149B342-A3F4-6E89-B4C6-2B522C9BF03B}"/>
              </a:ext>
            </a:extLst>
          </p:cNvPr>
          <p:cNvSpPr/>
          <p:nvPr userDrawn="1"/>
        </p:nvSpPr>
        <p:spPr>
          <a:xfrm>
            <a:off x="7887809" y="-23198"/>
            <a:ext cx="3204758" cy="257567"/>
          </a:xfrm>
          <a:custGeom>
            <a:avLst/>
            <a:gdLst>
              <a:gd name="connsiteX0" fmla="*/ 64392 w 3204758"/>
              <a:gd name="connsiteY0" fmla="*/ 0 h 257567"/>
              <a:gd name="connsiteX1" fmla="*/ 3204758 w 3204758"/>
              <a:gd name="connsiteY1" fmla="*/ 0 h 257567"/>
              <a:gd name="connsiteX2" fmla="*/ 3140366 w 3204758"/>
              <a:gd name="connsiteY2" fmla="*/ 257567 h 257567"/>
              <a:gd name="connsiteX3" fmla="*/ 0 w 3204758"/>
              <a:gd name="connsiteY3" fmla="*/ 257567 h 25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4758" h="257567">
                <a:moveTo>
                  <a:pt x="64392" y="0"/>
                </a:moveTo>
                <a:lnTo>
                  <a:pt x="3204758" y="0"/>
                </a:lnTo>
                <a:lnTo>
                  <a:pt x="3140366" y="257567"/>
                </a:lnTo>
                <a:lnTo>
                  <a:pt x="0" y="2575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D447C9B3-7A22-F930-6CED-FB28EED0CCF5}"/>
              </a:ext>
            </a:extLst>
          </p:cNvPr>
          <p:cNvSpPr/>
          <p:nvPr userDrawn="1"/>
        </p:nvSpPr>
        <p:spPr>
          <a:xfrm>
            <a:off x="758082" y="2576622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5972FF33-52A0-D38A-FAB1-FA692E78FBF1}"/>
              </a:ext>
            </a:extLst>
          </p:cNvPr>
          <p:cNvSpPr/>
          <p:nvPr userDrawn="1"/>
        </p:nvSpPr>
        <p:spPr>
          <a:xfrm>
            <a:off x="9487248" y="2576622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F3F993CE-FEDE-89EE-7CD3-77BAA7847DC2}"/>
              </a:ext>
            </a:extLst>
          </p:cNvPr>
          <p:cNvSpPr/>
          <p:nvPr userDrawn="1"/>
        </p:nvSpPr>
        <p:spPr>
          <a:xfrm>
            <a:off x="6577526" y="2576622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0E731F75-2A89-DA64-7A14-610DBF8F1ED8}"/>
              </a:ext>
            </a:extLst>
          </p:cNvPr>
          <p:cNvSpPr/>
          <p:nvPr userDrawn="1"/>
        </p:nvSpPr>
        <p:spPr>
          <a:xfrm>
            <a:off x="3667804" y="2576622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DCCA3906-052B-CF79-628E-5E0C081BE400}"/>
              </a:ext>
            </a:extLst>
          </p:cNvPr>
          <p:cNvSpPr/>
          <p:nvPr userDrawn="1"/>
        </p:nvSpPr>
        <p:spPr>
          <a:xfrm>
            <a:off x="758082" y="4378528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F9B6B24C-61B3-0F91-EC83-84A297108592}"/>
              </a:ext>
            </a:extLst>
          </p:cNvPr>
          <p:cNvSpPr/>
          <p:nvPr userDrawn="1"/>
        </p:nvSpPr>
        <p:spPr>
          <a:xfrm>
            <a:off x="9487248" y="4378528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7AC13754-D48E-AAF0-992F-594A4EE28D8B}"/>
              </a:ext>
            </a:extLst>
          </p:cNvPr>
          <p:cNvSpPr/>
          <p:nvPr userDrawn="1"/>
        </p:nvSpPr>
        <p:spPr>
          <a:xfrm>
            <a:off x="6577526" y="4378528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1E82208D-CAFA-8B11-D4E8-2420C1CD863A}"/>
              </a:ext>
            </a:extLst>
          </p:cNvPr>
          <p:cNvSpPr/>
          <p:nvPr userDrawn="1"/>
        </p:nvSpPr>
        <p:spPr>
          <a:xfrm>
            <a:off x="3667804" y="4378528"/>
            <a:ext cx="1969645" cy="913884"/>
          </a:xfrm>
          <a:prstGeom prst="parallelogram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76E7F0BA-340A-70F3-47FB-B6E9D8A7918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48178" y="431596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4E816629-DA97-E685-40F4-768F366FE6D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757900" y="431596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A23D1D51-C141-0DE8-9FCE-41630611B20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67622" y="431596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91D06723-3EA9-1463-71BE-8359023D490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577344" y="4315968"/>
            <a:ext cx="1969645" cy="913884"/>
          </a:xfrm>
          <a:custGeom>
            <a:avLst/>
            <a:gdLst>
              <a:gd name="connsiteX0" fmla="*/ 228471 w 1969645"/>
              <a:gd name="connsiteY0" fmla="*/ 0 h 913884"/>
              <a:gd name="connsiteX1" fmla="*/ 1969645 w 1969645"/>
              <a:gd name="connsiteY1" fmla="*/ 0 h 913884"/>
              <a:gd name="connsiteX2" fmla="*/ 1741174 w 1969645"/>
              <a:gd name="connsiteY2" fmla="*/ 913884 h 913884"/>
              <a:gd name="connsiteX3" fmla="*/ 0 w 1969645"/>
              <a:gd name="connsiteY3" fmla="*/ 913884 h 91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9645" h="913884">
                <a:moveTo>
                  <a:pt x="228471" y="0"/>
                </a:moveTo>
                <a:lnTo>
                  <a:pt x="1969645" y="0"/>
                </a:lnTo>
                <a:lnTo>
                  <a:pt x="1741174" y="913884"/>
                </a:lnTo>
                <a:lnTo>
                  <a:pt x="0" y="91388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EDB02667-75DD-3AE0-BAA1-B3515E86C74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0936" y="53309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D81B39FB-4E49-BE59-87D4-1343901EDFD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0936" y="5669280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1">
            <a:extLst>
              <a:ext uri="{FF2B5EF4-FFF2-40B4-BE49-F238E27FC236}">
                <a16:creationId xmlns:a16="http://schemas.microsoft.com/office/drawing/2014/main" id="{DFDA8BE5-38C5-0AD5-D2AB-532AD3A1CD9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538728" y="53309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1">
            <a:extLst>
              <a:ext uri="{FF2B5EF4-FFF2-40B4-BE49-F238E27FC236}">
                <a16:creationId xmlns:a16="http://schemas.microsoft.com/office/drawing/2014/main" id="{4E6A6F4D-D8BD-0134-A96A-B5D1D8F75E9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38728" y="5669280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1">
            <a:extLst>
              <a:ext uri="{FF2B5EF4-FFF2-40B4-BE49-F238E27FC236}">
                <a16:creationId xmlns:a16="http://schemas.microsoft.com/office/drawing/2014/main" id="{30335191-F108-1444-13A9-DC06A0504E5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446520" y="53309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1">
            <a:extLst>
              <a:ext uri="{FF2B5EF4-FFF2-40B4-BE49-F238E27FC236}">
                <a16:creationId xmlns:a16="http://schemas.microsoft.com/office/drawing/2014/main" id="{E34CD1B3-EC0A-2B8B-8E08-8F1D91C4499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446520" y="5669280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5D7C5E80-F9AA-4BCC-8155-925C1A6C800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354312" y="5330952"/>
            <a:ext cx="2267712" cy="365760"/>
          </a:xfrm>
        </p:spPr>
        <p:txBody>
          <a:bodyPr lIns="109728" tIns="109728" rIns="109728" bIns="9144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spc="1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1">
            <a:extLst>
              <a:ext uri="{FF2B5EF4-FFF2-40B4-BE49-F238E27FC236}">
                <a16:creationId xmlns:a16="http://schemas.microsoft.com/office/drawing/2014/main" id="{BC33FAD1-3F22-5FE2-9A84-8D2BAE1B787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354312" y="5669280"/>
            <a:ext cx="2267712" cy="274638"/>
          </a:xfrm>
        </p:spPr>
        <p:txBody>
          <a:bodyPr lIns="109728" tIns="109728" rIns="109728" bIns="9144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8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245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C464346-1914-EE8F-3D07-B6BF7DDED2A6}"/>
              </a:ext>
            </a:extLst>
          </p:cNvPr>
          <p:cNvSpPr/>
          <p:nvPr userDrawn="1"/>
        </p:nvSpPr>
        <p:spPr>
          <a:xfrm>
            <a:off x="6279700" y="0"/>
            <a:ext cx="5912300" cy="1445448"/>
          </a:xfrm>
          <a:custGeom>
            <a:avLst/>
            <a:gdLst>
              <a:gd name="connsiteX0" fmla="*/ 0 w 5912300"/>
              <a:gd name="connsiteY0" fmla="*/ 0 h 1445448"/>
              <a:gd name="connsiteX1" fmla="*/ 164892 w 5912300"/>
              <a:gd name="connsiteY1" fmla="*/ 0 h 1445448"/>
              <a:gd name="connsiteX2" fmla="*/ 5912299 w 5912300"/>
              <a:gd name="connsiteY2" fmla="*/ 1405135 h 1445448"/>
              <a:gd name="connsiteX3" fmla="*/ 5912300 w 5912300"/>
              <a:gd name="connsiteY3" fmla="*/ 1445448 h 1445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12300" h="1445448">
                <a:moveTo>
                  <a:pt x="0" y="0"/>
                </a:moveTo>
                <a:lnTo>
                  <a:pt x="164892" y="0"/>
                </a:lnTo>
                <a:lnTo>
                  <a:pt x="5912299" y="1405135"/>
                </a:lnTo>
                <a:lnTo>
                  <a:pt x="5912300" y="1445448"/>
                </a:lnTo>
                <a:close/>
              </a:path>
            </a:pathLst>
          </a:cu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307E3-615E-4065-DAA5-78851025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13232"/>
            <a:ext cx="10954512" cy="676656"/>
          </a:xfrm>
        </p:spPr>
        <p:txBody>
          <a:bodyPr lIns="0" tIns="0" rIns="0" bIns="0" anchor="t">
            <a:noAutofit/>
          </a:bodyPr>
          <a:lstStyle>
            <a:lvl1pPr algn="l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062D3-982A-92E2-D7A3-183CDAFA82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1D1E-822C-BF84-967A-1B4AC3C0A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9E3A49B-132C-8354-0143-5553766943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936" y="1481328"/>
            <a:ext cx="10954512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DD52C3-B607-4718-8060-DE51A473193A}"/>
              </a:ext>
            </a:extLst>
          </p:cNvPr>
          <p:cNvCxnSpPr>
            <a:cxnSpLocks/>
          </p:cNvCxnSpPr>
          <p:nvPr userDrawn="1"/>
        </p:nvCxnSpPr>
        <p:spPr>
          <a:xfrm flipH="1">
            <a:off x="722376" y="3300984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B11385-38B0-5A73-2ED5-5831C619DA0D}"/>
              </a:ext>
            </a:extLst>
          </p:cNvPr>
          <p:cNvCxnSpPr>
            <a:cxnSpLocks/>
          </p:cNvCxnSpPr>
          <p:nvPr userDrawn="1"/>
        </p:nvCxnSpPr>
        <p:spPr>
          <a:xfrm flipH="1">
            <a:off x="2999232" y="3300984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67730C-8727-BAC3-0B31-998BCE7AE6F5}"/>
              </a:ext>
            </a:extLst>
          </p:cNvPr>
          <p:cNvCxnSpPr>
            <a:cxnSpLocks/>
          </p:cNvCxnSpPr>
          <p:nvPr userDrawn="1"/>
        </p:nvCxnSpPr>
        <p:spPr>
          <a:xfrm flipH="1">
            <a:off x="5285232" y="3300984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001210-69EA-A39E-8C6B-DA7240A8DE1A}"/>
              </a:ext>
            </a:extLst>
          </p:cNvPr>
          <p:cNvCxnSpPr>
            <a:cxnSpLocks/>
          </p:cNvCxnSpPr>
          <p:nvPr userDrawn="1"/>
        </p:nvCxnSpPr>
        <p:spPr>
          <a:xfrm flipH="1">
            <a:off x="7562088" y="3300984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D85AE4-5943-2EA1-DB71-60503401F79C}"/>
              </a:ext>
            </a:extLst>
          </p:cNvPr>
          <p:cNvCxnSpPr>
            <a:cxnSpLocks/>
          </p:cNvCxnSpPr>
          <p:nvPr userDrawn="1"/>
        </p:nvCxnSpPr>
        <p:spPr>
          <a:xfrm flipH="1">
            <a:off x="9838944" y="3300984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6F6951-0B18-5BBC-BB37-77CFF9924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" y="2807208"/>
            <a:ext cx="1810512" cy="502920"/>
          </a:xfrm>
        </p:spPr>
        <p:txBody>
          <a:bodyPr lIns="91440" tIns="45720" rIns="91440" bIns="45720" anchor="t">
            <a:normAutofit/>
          </a:bodyPr>
          <a:lstStyle>
            <a:lvl1pPr marL="0" indent="0" algn="l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432D6ED-80F7-557F-BF87-75BDDB2861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7792" y="2807208"/>
            <a:ext cx="1810512" cy="502920"/>
          </a:xfrm>
        </p:spPr>
        <p:txBody>
          <a:bodyPr lIns="91440" tIns="45720" rIns="91440" bIns="45720" anchor="t">
            <a:normAutofit/>
          </a:bodyPr>
          <a:lstStyle>
            <a:lvl1pPr marL="0" indent="0" algn="l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7C29E41-52B3-A130-CB20-7C3761CE7D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93792" y="2807208"/>
            <a:ext cx="1810512" cy="502920"/>
          </a:xfrm>
        </p:spPr>
        <p:txBody>
          <a:bodyPr lIns="91440" tIns="45720" rIns="91440" bIns="45720" anchor="t">
            <a:normAutofit/>
          </a:bodyPr>
          <a:lstStyle>
            <a:lvl1pPr marL="0" indent="0" algn="l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B4688B7-A0F2-62A8-EEF6-9137117B68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470648" y="2807208"/>
            <a:ext cx="1810512" cy="502920"/>
          </a:xfrm>
        </p:spPr>
        <p:txBody>
          <a:bodyPr lIns="91440" tIns="45720" rIns="91440" bIns="45720" anchor="t">
            <a:normAutofit/>
          </a:bodyPr>
          <a:lstStyle>
            <a:lvl1pPr marL="0" indent="0" algn="l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821B85B-D974-5B4F-CD11-BC8425FAC5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7504" y="2807208"/>
            <a:ext cx="1810512" cy="502920"/>
          </a:xfrm>
        </p:spPr>
        <p:txBody>
          <a:bodyPr lIns="91440" tIns="45720" rIns="91440" bIns="45720" anchor="t">
            <a:normAutofit/>
          </a:bodyPr>
          <a:lstStyle>
            <a:lvl1pPr marL="0" indent="0" algn="l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36BBA77-DF34-1DFA-0A4F-9135D678C91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3192" y="3593592"/>
            <a:ext cx="1810512" cy="231343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E9A3292-191B-010F-070D-D0FDE41777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70048" y="3593592"/>
            <a:ext cx="1810512" cy="231343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B2BC6B74-3807-C720-B915-2CF7F547C5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56048" y="3593592"/>
            <a:ext cx="1810512" cy="231343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B9F69994-8695-326D-A14A-2EF6CC6B7B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2904" y="3593592"/>
            <a:ext cx="1810512" cy="231343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FFBA7C26-A391-16B9-09FE-3311997414D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18904" y="3593592"/>
            <a:ext cx="1810512" cy="231343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0A65C442-D79F-AFAF-149E-A851408E53B3}"/>
              </a:ext>
            </a:extLst>
          </p:cNvPr>
          <p:cNvSpPr/>
          <p:nvPr userDrawn="1"/>
        </p:nvSpPr>
        <p:spPr>
          <a:xfrm rot="5400000" flipH="1" flipV="1">
            <a:off x="1285350" y="4714350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4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C17382-FA10-6566-4D96-1490A95267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278745" cy="6858000"/>
          </a:xfrm>
          <a:custGeom>
            <a:avLst/>
            <a:gdLst>
              <a:gd name="connsiteX0" fmla="*/ 0 w 5278745"/>
              <a:gd name="connsiteY0" fmla="*/ 0 h 6858000"/>
              <a:gd name="connsiteX1" fmla="*/ 5278745 w 5278745"/>
              <a:gd name="connsiteY1" fmla="*/ 0 h 6858000"/>
              <a:gd name="connsiteX2" fmla="*/ 3564245 w 5278745"/>
              <a:gd name="connsiteY2" fmla="*/ 6858000 h 6858000"/>
              <a:gd name="connsiteX3" fmla="*/ 2668656 w 5278745"/>
              <a:gd name="connsiteY3" fmla="*/ 6858000 h 6858000"/>
              <a:gd name="connsiteX4" fmla="*/ 2727248 w 5278745"/>
              <a:gd name="connsiteY4" fmla="*/ 6623632 h 6858000"/>
              <a:gd name="connsiteX5" fmla="*/ 0 w 5278745"/>
              <a:gd name="connsiteY5" fmla="*/ 662363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8745" h="6858000">
                <a:moveTo>
                  <a:pt x="0" y="0"/>
                </a:moveTo>
                <a:lnTo>
                  <a:pt x="5278745" y="0"/>
                </a:lnTo>
                <a:lnTo>
                  <a:pt x="3564245" y="6858000"/>
                </a:lnTo>
                <a:lnTo>
                  <a:pt x="2668656" y="6858000"/>
                </a:lnTo>
                <a:lnTo>
                  <a:pt x="2727248" y="6623632"/>
                </a:lnTo>
                <a:lnTo>
                  <a:pt x="0" y="662363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307E3-615E-4065-DAA5-78851025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331720"/>
            <a:ext cx="5897880" cy="676656"/>
          </a:xfrm>
        </p:spPr>
        <p:txBody>
          <a:bodyPr lIns="0" tIns="0" rIns="0" bIns="0" anchor="t">
            <a:noAutofit/>
          </a:bodyPr>
          <a:lstStyle>
            <a:lvl1pPr algn="r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062D3-982A-92E2-D7A3-183CDAFA82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1D1E-822C-BF84-967A-1B4AC3C0A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C0D53C6-746B-0B30-1EA2-115506B5FB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3099816"/>
            <a:ext cx="553212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9E3A49B-132C-8354-0143-5553766943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" y="3867912"/>
            <a:ext cx="516636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8165BE25-CB2C-A702-3550-E54C635FFB8B}"/>
              </a:ext>
            </a:extLst>
          </p:cNvPr>
          <p:cNvSpPr/>
          <p:nvPr userDrawn="1"/>
        </p:nvSpPr>
        <p:spPr>
          <a:xfrm>
            <a:off x="0" y="6623632"/>
            <a:ext cx="2727248" cy="234368"/>
          </a:xfrm>
          <a:custGeom>
            <a:avLst/>
            <a:gdLst>
              <a:gd name="connsiteX0" fmla="*/ 0 w 2727248"/>
              <a:gd name="connsiteY0" fmla="*/ 0 h 234368"/>
              <a:gd name="connsiteX1" fmla="*/ 2727248 w 2727248"/>
              <a:gd name="connsiteY1" fmla="*/ 0 h 234368"/>
              <a:gd name="connsiteX2" fmla="*/ 2668656 w 2727248"/>
              <a:gd name="connsiteY2" fmla="*/ 234368 h 234368"/>
              <a:gd name="connsiteX3" fmla="*/ 0 w 2727248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7248" h="234368">
                <a:moveTo>
                  <a:pt x="0" y="0"/>
                </a:moveTo>
                <a:lnTo>
                  <a:pt x="2727248" y="0"/>
                </a:lnTo>
                <a:lnTo>
                  <a:pt x="2668656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DD52C3-B607-4718-8060-DE51A473193A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1898" y="674107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B11385-38B0-5A73-2ED5-5831C619DA0D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1898" y="1741328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67730C-8727-BAC3-0B31-998BCE7AE6F5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1898" y="2808549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001210-69EA-A39E-8C6B-DA7240A8DE1A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1898" y="3875770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D85AE4-5943-2EA1-DB71-60503401F79C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1898" y="4942990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6F6951-0B18-5BBC-BB37-77CFF9924B2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06640" y="832104"/>
            <a:ext cx="996696" cy="548640"/>
          </a:xfr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Day 000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432D6ED-80F7-557F-BF87-75BDDB2861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6640" y="1901952"/>
            <a:ext cx="996696" cy="548640"/>
          </a:xfr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Day 000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7C29E41-52B3-A130-CB20-7C3761CE7D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06640" y="2980944"/>
            <a:ext cx="996696" cy="548640"/>
          </a:xfr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Day 000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B4688B7-A0F2-62A8-EEF6-9137117B68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6640" y="4050792"/>
            <a:ext cx="996696" cy="548640"/>
          </a:xfr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Day 000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821B85B-D974-5B4F-CD11-BC8425FAC5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6640" y="5120640"/>
            <a:ext cx="996696" cy="548640"/>
          </a:xfrm>
        </p:spPr>
        <p:txBody>
          <a:bodyPr lIns="0" tIns="0" rIns="0" bIns="0" anchor="t">
            <a:normAutofit/>
          </a:bodyPr>
          <a:lstStyle>
            <a:lvl1pPr marL="0" indent="0" algn="r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Day 000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36BBA77-DF34-1DFA-0A4F-9135D678C91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51392" y="832104"/>
            <a:ext cx="2706624" cy="74980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E9A3292-191B-010F-070D-D0FDE41777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51392" y="1901952"/>
            <a:ext cx="2706624" cy="74980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B2BC6B74-3807-C720-B915-2CF7F547C5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51392" y="2980944"/>
            <a:ext cx="2706624" cy="74980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B9F69994-8695-326D-A14A-2EF6CC6B7B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51392" y="4050792"/>
            <a:ext cx="2706624" cy="74980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FFBA7C26-A391-16B9-09FE-3311997414D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51392" y="5120640"/>
            <a:ext cx="2706624" cy="74980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2105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A7941-4094-9338-0781-C528CF04A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5047488" cy="502920"/>
          </a:xfrm>
        </p:spPr>
        <p:txBody>
          <a:bodyPr anchor="t">
            <a:normAutofit/>
          </a:bodyPr>
          <a:lstStyle>
            <a:lvl1pPr marL="0" indent="0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D51E4-EBCD-B3FF-3F24-3CF3C2629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5760" y="3593592"/>
            <a:ext cx="5047488" cy="2313432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8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6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4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CF8C5-31D4-0423-7F4E-ABC32A654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807208"/>
            <a:ext cx="5047488" cy="502920"/>
          </a:xfrm>
        </p:spPr>
        <p:txBody>
          <a:bodyPr anchor="t">
            <a:normAutofit/>
          </a:bodyPr>
          <a:lstStyle>
            <a:lvl1pPr marL="0" indent="0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5BA47-4F04-2A14-6A5A-922821DB8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4496" y="3593592"/>
            <a:ext cx="5047488" cy="2313432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8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6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4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FA4DFF-6A35-264D-A2F9-530070C5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70CE5-9CB7-3F93-F9B0-8D862409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Fitness Presentation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B5C0F7-BD2E-053D-5358-71E086008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B59D-69E7-401C-8830-EDCCB503373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 1">
            <a:extLst>
              <a:ext uri="{FF2B5EF4-FFF2-40B4-BE49-F238E27FC236}">
                <a16:creationId xmlns:a16="http://schemas.microsoft.com/office/drawing/2014/main" id="{BEA032DF-05FD-17F7-479F-A3951E09F4D4}"/>
              </a:ext>
            </a:extLst>
          </p:cNvPr>
          <p:cNvSpPr/>
          <p:nvPr userDrawn="1"/>
        </p:nvSpPr>
        <p:spPr>
          <a:xfrm rot="10800000">
            <a:off x="9464752" y="0"/>
            <a:ext cx="2727248" cy="234368"/>
          </a:xfrm>
          <a:custGeom>
            <a:avLst/>
            <a:gdLst>
              <a:gd name="connsiteX0" fmla="*/ 0 w 2727248"/>
              <a:gd name="connsiteY0" fmla="*/ 0 h 234368"/>
              <a:gd name="connsiteX1" fmla="*/ 2727248 w 2727248"/>
              <a:gd name="connsiteY1" fmla="*/ 0 h 234368"/>
              <a:gd name="connsiteX2" fmla="*/ 2668656 w 2727248"/>
              <a:gd name="connsiteY2" fmla="*/ 234368 h 234368"/>
              <a:gd name="connsiteX3" fmla="*/ 0 w 2727248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7248" h="234368">
                <a:moveTo>
                  <a:pt x="0" y="0"/>
                </a:moveTo>
                <a:lnTo>
                  <a:pt x="2727248" y="0"/>
                </a:lnTo>
                <a:lnTo>
                  <a:pt x="2668656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06B1E1-D8EC-EDE4-11EB-4D29F35A7108}"/>
              </a:ext>
            </a:extLst>
          </p:cNvPr>
          <p:cNvCxnSpPr>
            <a:cxnSpLocks/>
          </p:cNvCxnSpPr>
          <p:nvPr userDrawn="1"/>
        </p:nvCxnSpPr>
        <p:spPr>
          <a:xfrm flipH="1">
            <a:off x="722989" y="3303692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6B1D7D-979D-8108-C217-4E2DE36BDE3D}"/>
              </a:ext>
            </a:extLst>
          </p:cNvPr>
          <p:cNvCxnSpPr>
            <a:cxnSpLocks/>
          </p:cNvCxnSpPr>
          <p:nvPr userDrawn="1"/>
        </p:nvCxnSpPr>
        <p:spPr>
          <a:xfrm flipH="1">
            <a:off x="6600863" y="3303692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D903A0B9-E054-2F75-6039-E005C954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-54864"/>
            <a:ext cx="8385048" cy="676656"/>
          </a:xfrm>
        </p:spPr>
        <p:txBody>
          <a:bodyPr lIns="0" tIns="0" rIns="0" bIns="0" anchor="t">
            <a:noAutofit/>
          </a:bodyPr>
          <a:lstStyle>
            <a:lvl1pPr algn="l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2E0089-10A5-1515-4D77-05810B45E7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5840" y="713232"/>
            <a:ext cx="8001000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86652213-673C-9229-DF21-B923490A50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4752" y="1481328"/>
            <a:ext cx="7562088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7481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A7941-4094-9338-0781-C528CF04A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2880360" cy="502920"/>
          </a:xfrm>
        </p:spPr>
        <p:txBody>
          <a:bodyPr anchor="t">
            <a:normAutofit/>
          </a:bodyPr>
          <a:lstStyle>
            <a:lvl1pPr marL="0" indent="0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D51E4-EBCD-B3FF-3F24-3CF3C2629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3192" y="3593592"/>
            <a:ext cx="2880360" cy="2313432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8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6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4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CF8C5-31D4-0423-7F4E-ABC32A654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54296" y="2807208"/>
            <a:ext cx="2880360" cy="502920"/>
          </a:xfrm>
        </p:spPr>
        <p:txBody>
          <a:bodyPr anchor="t">
            <a:normAutofit/>
          </a:bodyPr>
          <a:lstStyle>
            <a:lvl1pPr marL="0" indent="0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5BA47-4F04-2A14-6A5A-922821DB8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16552" y="3593592"/>
            <a:ext cx="2880360" cy="2313432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8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6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4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FA4DFF-6A35-264D-A2F9-530070C5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70CE5-9CB7-3F93-F9B0-8D862409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Fitness Presentation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B5C0F7-BD2E-053D-5358-71E086008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B59D-69E7-401C-8830-EDCCB503373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06B1E1-D8EC-EDE4-11EB-4D29F35A7108}"/>
              </a:ext>
            </a:extLst>
          </p:cNvPr>
          <p:cNvCxnSpPr>
            <a:cxnSpLocks/>
          </p:cNvCxnSpPr>
          <p:nvPr userDrawn="1"/>
        </p:nvCxnSpPr>
        <p:spPr>
          <a:xfrm flipH="1">
            <a:off x="722989" y="3303692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6B1D7D-979D-8108-C217-4E2DE36BDE3D}"/>
              </a:ext>
            </a:extLst>
          </p:cNvPr>
          <p:cNvCxnSpPr>
            <a:cxnSpLocks/>
          </p:cNvCxnSpPr>
          <p:nvPr userDrawn="1"/>
        </p:nvCxnSpPr>
        <p:spPr>
          <a:xfrm flipH="1">
            <a:off x="4745736" y="3303692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D903A0B9-E054-2F75-6039-E005C954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-54864"/>
            <a:ext cx="8385048" cy="676656"/>
          </a:xfrm>
        </p:spPr>
        <p:txBody>
          <a:bodyPr lIns="0" tIns="0" rIns="0" bIns="0" anchor="t">
            <a:noAutofit/>
          </a:bodyPr>
          <a:lstStyle>
            <a:lvl1pPr algn="l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2E0089-10A5-1515-4D77-05810B45E7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5840" y="713232"/>
            <a:ext cx="8001000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86652213-673C-9229-DF21-B923490A50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4752" y="1481328"/>
            <a:ext cx="7562088" cy="67665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A0BA746-EC25-79B9-2259-4C2E3BDA4E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86800" y="2807208"/>
            <a:ext cx="2880360" cy="502920"/>
          </a:xfrm>
        </p:spPr>
        <p:txBody>
          <a:bodyPr anchor="t">
            <a:normAutofit/>
          </a:bodyPr>
          <a:lstStyle>
            <a:lvl1pPr marL="0" indent="0">
              <a:buNone/>
              <a:defRPr sz="2000" b="1" cap="all" spc="1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74E51966-CD5C-FED8-5B71-58FC2F00A1E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49056" y="3593592"/>
            <a:ext cx="2880360" cy="2313432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8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6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4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EF3C4D-467B-D42F-DF18-AB27AEACC8BA}"/>
              </a:ext>
            </a:extLst>
          </p:cNvPr>
          <p:cNvCxnSpPr>
            <a:cxnSpLocks/>
          </p:cNvCxnSpPr>
          <p:nvPr userDrawn="1"/>
        </p:nvCxnSpPr>
        <p:spPr>
          <a:xfrm flipH="1">
            <a:off x="8759952" y="3303692"/>
            <a:ext cx="9965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9">
            <a:extLst>
              <a:ext uri="{FF2B5EF4-FFF2-40B4-BE49-F238E27FC236}">
                <a16:creationId xmlns:a16="http://schemas.microsoft.com/office/drawing/2014/main" id="{4E8BB561-0E6A-FD7A-3855-CC88AE16FB4F}"/>
              </a:ext>
            </a:extLst>
          </p:cNvPr>
          <p:cNvSpPr/>
          <p:nvPr userDrawn="1"/>
        </p:nvSpPr>
        <p:spPr>
          <a:xfrm>
            <a:off x="0" y="6623632"/>
            <a:ext cx="2727248" cy="234368"/>
          </a:xfrm>
          <a:custGeom>
            <a:avLst/>
            <a:gdLst>
              <a:gd name="connsiteX0" fmla="*/ 0 w 2727248"/>
              <a:gd name="connsiteY0" fmla="*/ 0 h 234368"/>
              <a:gd name="connsiteX1" fmla="*/ 2727248 w 2727248"/>
              <a:gd name="connsiteY1" fmla="*/ 0 h 234368"/>
              <a:gd name="connsiteX2" fmla="*/ 2668656 w 2727248"/>
              <a:gd name="connsiteY2" fmla="*/ 234368 h 234368"/>
              <a:gd name="connsiteX3" fmla="*/ 0 w 2727248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7248" h="234368">
                <a:moveTo>
                  <a:pt x="0" y="0"/>
                </a:moveTo>
                <a:lnTo>
                  <a:pt x="2727248" y="0"/>
                </a:lnTo>
                <a:lnTo>
                  <a:pt x="2668656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758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C446DBB-9662-AAEC-749A-3EAD8439E26C}"/>
              </a:ext>
            </a:extLst>
          </p:cNvPr>
          <p:cNvSpPr/>
          <p:nvPr userDrawn="1"/>
        </p:nvSpPr>
        <p:spPr>
          <a:xfrm>
            <a:off x="11467858" y="0"/>
            <a:ext cx="724143" cy="2781540"/>
          </a:xfrm>
          <a:custGeom>
            <a:avLst/>
            <a:gdLst>
              <a:gd name="connsiteX0" fmla="*/ 40465 w 724143"/>
              <a:gd name="connsiteY0" fmla="*/ 0 h 2781540"/>
              <a:gd name="connsiteX1" fmla="*/ 724143 w 724143"/>
              <a:gd name="connsiteY1" fmla="*/ 2626109 h 2781540"/>
              <a:gd name="connsiteX2" fmla="*/ 724143 w 724143"/>
              <a:gd name="connsiteY2" fmla="*/ 2781540 h 2781540"/>
              <a:gd name="connsiteX3" fmla="*/ 0 w 724143"/>
              <a:gd name="connsiteY3" fmla="*/ 1 h 278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4143" h="2781540">
                <a:moveTo>
                  <a:pt x="40465" y="0"/>
                </a:moveTo>
                <a:lnTo>
                  <a:pt x="724143" y="2626109"/>
                </a:lnTo>
                <a:lnTo>
                  <a:pt x="724143" y="278154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8310CE5-2A39-2530-08AF-511445443A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978940" cy="6858000"/>
          </a:xfrm>
          <a:custGeom>
            <a:avLst/>
            <a:gdLst>
              <a:gd name="connsiteX0" fmla="*/ 699082 w 5978940"/>
              <a:gd name="connsiteY0" fmla="*/ 0 h 6858000"/>
              <a:gd name="connsiteX1" fmla="*/ 5978940 w 5978940"/>
              <a:gd name="connsiteY1" fmla="*/ 0 h 6858000"/>
              <a:gd name="connsiteX2" fmla="*/ 4264440 w 5978940"/>
              <a:gd name="connsiteY2" fmla="*/ 6858000 h 6858000"/>
              <a:gd name="connsiteX3" fmla="*/ 852439 w 5978940"/>
              <a:gd name="connsiteY3" fmla="*/ 6858000 h 6858000"/>
              <a:gd name="connsiteX4" fmla="*/ 1050 w 5978940"/>
              <a:gd name="connsiteY4" fmla="*/ 3452446 h 6858000"/>
              <a:gd name="connsiteX5" fmla="*/ 0 w 5978940"/>
              <a:gd name="connsiteY5" fmla="*/ 3452446 h 6858000"/>
              <a:gd name="connsiteX6" fmla="*/ 0 w 5978940"/>
              <a:gd name="connsiteY6" fmla="*/ 279632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78940" h="6858000">
                <a:moveTo>
                  <a:pt x="699082" y="0"/>
                </a:moveTo>
                <a:lnTo>
                  <a:pt x="5978940" y="0"/>
                </a:lnTo>
                <a:lnTo>
                  <a:pt x="4264440" y="6858000"/>
                </a:lnTo>
                <a:lnTo>
                  <a:pt x="852439" y="6858000"/>
                </a:lnTo>
                <a:lnTo>
                  <a:pt x="1050" y="3452446"/>
                </a:lnTo>
                <a:lnTo>
                  <a:pt x="0" y="3452446"/>
                </a:lnTo>
                <a:lnTo>
                  <a:pt x="0" y="279632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307E3-615E-4065-DAA5-78851025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331720"/>
            <a:ext cx="5897880" cy="676656"/>
          </a:xfrm>
        </p:spPr>
        <p:txBody>
          <a:bodyPr lIns="0" tIns="0" rIns="0" bIns="0" anchor="t">
            <a:noAutofit/>
          </a:bodyPr>
          <a:lstStyle>
            <a:lvl1pPr algn="r">
              <a:defRPr sz="5500" cap="all" baseline="0">
                <a:ln w="2540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062D3-982A-92E2-D7A3-183CDAFA82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1D1E-822C-BF84-967A-1B4AC3C0A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826EA2-1F85-8AB9-0C2A-E95F5E3AA2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2672" y="1143000"/>
            <a:ext cx="3694176" cy="4572000"/>
          </a:xfrm>
        </p:spPr>
        <p:txBody>
          <a:bodyPr anchor="ctr"/>
          <a:lstStyle>
            <a:lvl1pPr marL="0" indent="0">
              <a:lnSpc>
                <a:spcPct val="150000"/>
              </a:lnSpc>
              <a:buFont typeface="Courier New" panose="02070309020205020404" pitchFamily="49" charset="0"/>
              <a:buNone/>
              <a:defRPr sz="1800" b="0" cap="none" baseline="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600"/>
            </a:lvl3pPr>
            <a:lvl4pPr marL="1600200" indent="-228600">
              <a:buFont typeface="Courier New" panose="02070309020205020404" pitchFamily="49" charset="0"/>
              <a:buChar char="o"/>
              <a:defRPr sz="1400"/>
            </a:lvl4pPr>
            <a:lvl5pPr marL="2057400" indent="-228600">
              <a:buFont typeface="Courier New" panose="02070309020205020404" pitchFamily="49" charset="0"/>
              <a:buChar char="o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C0D53C6-746B-0B30-1EA2-115506B5FB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3099816"/>
            <a:ext cx="553212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25400"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9E3A49B-132C-8354-0143-5553766943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" y="3867912"/>
            <a:ext cx="5166360" cy="67665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500" b="1" cap="all" baseline="0">
                <a:ln w="15875">
                  <a:noFill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99A1EBC8-5BEE-A0E4-B56E-C4544BE8FFC6}"/>
              </a:ext>
            </a:extLst>
          </p:cNvPr>
          <p:cNvSpPr/>
          <p:nvPr userDrawn="1"/>
        </p:nvSpPr>
        <p:spPr>
          <a:xfrm flipV="1">
            <a:off x="0" y="3452446"/>
            <a:ext cx="858300" cy="3429000"/>
          </a:xfrm>
          <a:custGeom>
            <a:avLst/>
            <a:gdLst>
              <a:gd name="connsiteX0" fmla="*/ 858300 w 858300"/>
              <a:gd name="connsiteY0" fmla="*/ 0 h 3429000"/>
              <a:gd name="connsiteX1" fmla="*/ 0 w 858300"/>
              <a:gd name="connsiteY1" fmla="*/ 0 h 3429000"/>
              <a:gd name="connsiteX2" fmla="*/ 0 w 858300"/>
              <a:gd name="connsiteY2" fmla="*/ 3429000 h 3429000"/>
              <a:gd name="connsiteX3" fmla="*/ 1050 w 8583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300" h="3429000">
                <a:moveTo>
                  <a:pt x="858300" y="0"/>
                </a:moveTo>
                <a:lnTo>
                  <a:pt x="0" y="0"/>
                </a:lnTo>
                <a:lnTo>
                  <a:pt x="0" y="3429000"/>
                </a:lnTo>
                <a:lnTo>
                  <a:pt x="1050" y="3429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494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5307491-23CE-8355-10C4-42A34B90B3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5440" y="54864"/>
            <a:ext cx="6766560" cy="685800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8800" b="1" cap="all" baseline="0">
                <a:ln w="34925">
                  <a:solidFill>
                    <a:schemeClr val="accent6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421A0C3-CA91-989A-C39F-D68CE4FD47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60090" y="0"/>
            <a:ext cx="7331911" cy="6857997"/>
          </a:xfrm>
          <a:custGeom>
            <a:avLst/>
            <a:gdLst>
              <a:gd name="connsiteX0" fmla="*/ 957944 w 7331911"/>
              <a:gd name="connsiteY0" fmla="*/ 0 h 6857997"/>
              <a:gd name="connsiteX1" fmla="*/ 3277866 w 7331911"/>
              <a:gd name="connsiteY1" fmla="*/ 0 h 6857997"/>
              <a:gd name="connsiteX2" fmla="*/ 7331911 w 7331911"/>
              <a:gd name="connsiteY2" fmla="*/ 3174840 h 6857997"/>
              <a:gd name="connsiteX3" fmla="*/ 7331911 w 7331911"/>
              <a:gd name="connsiteY3" fmla="*/ 4249156 h 6857997"/>
              <a:gd name="connsiteX4" fmla="*/ 926985 w 7331911"/>
              <a:gd name="connsiteY4" fmla="*/ 6857997 h 6857997"/>
              <a:gd name="connsiteX5" fmla="*/ 0 w 7331911"/>
              <a:gd name="connsiteY5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31911" h="6857997">
                <a:moveTo>
                  <a:pt x="957944" y="0"/>
                </a:moveTo>
                <a:lnTo>
                  <a:pt x="3277866" y="0"/>
                </a:lnTo>
                <a:lnTo>
                  <a:pt x="7331911" y="3174840"/>
                </a:lnTo>
                <a:lnTo>
                  <a:pt x="7331911" y="4249156"/>
                </a:lnTo>
                <a:lnTo>
                  <a:pt x="926985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BB3A20D7-F413-446F-855D-2CD7B20EE777}"/>
              </a:ext>
            </a:extLst>
          </p:cNvPr>
          <p:cNvSpPr/>
          <p:nvPr userDrawn="1"/>
        </p:nvSpPr>
        <p:spPr>
          <a:xfrm>
            <a:off x="0" y="6639674"/>
            <a:ext cx="2989300" cy="234368"/>
          </a:xfrm>
          <a:custGeom>
            <a:avLst/>
            <a:gdLst>
              <a:gd name="connsiteX0" fmla="*/ 0 w 2989300"/>
              <a:gd name="connsiteY0" fmla="*/ 0 h 234368"/>
              <a:gd name="connsiteX1" fmla="*/ 2989300 w 2989300"/>
              <a:gd name="connsiteY1" fmla="*/ 0 h 234368"/>
              <a:gd name="connsiteX2" fmla="*/ 2930708 w 2989300"/>
              <a:gd name="connsiteY2" fmla="*/ 234368 h 234368"/>
              <a:gd name="connsiteX3" fmla="*/ 0 w 2989300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9300" h="234368">
                <a:moveTo>
                  <a:pt x="0" y="0"/>
                </a:moveTo>
                <a:lnTo>
                  <a:pt x="2989300" y="0"/>
                </a:lnTo>
                <a:lnTo>
                  <a:pt x="2930708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216" y="1636776"/>
            <a:ext cx="6044184" cy="896112"/>
          </a:xfrm>
        </p:spPr>
        <p:txBody>
          <a:bodyPr lIns="0" tIns="0" rIns="0" bIns="0" anchor="t">
            <a:noAutofit/>
          </a:bodyPr>
          <a:lstStyle>
            <a:lvl1pPr algn="l">
              <a:defRPr sz="5500" cap="all" spc="200" baseline="0">
                <a:ln w="15875"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216" y="2926080"/>
            <a:ext cx="5559552" cy="1399032"/>
          </a:xfrm>
        </p:spPr>
        <p:txBody>
          <a:bodyPr lIns="0" tIns="45720" rIns="0" bIns="0">
            <a:noAutofit/>
          </a:bodyPr>
          <a:lstStyle>
            <a:lvl1pPr marL="0" indent="0" algn="l">
              <a:buNone/>
              <a:defRPr sz="2400" b="1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508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62089F5-4CC6-7B48-8855-8BEEDF5BF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99139" y="6176963"/>
            <a:ext cx="389001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 i="0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r>
              <a:rPr lang="en-US" dirty="0"/>
              <a:t>Fitness Presentation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0D905E-F05F-ACBD-3A07-3A060DE9C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5359" y="6176963"/>
            <a:ext cx="440851" cy="365125"/>
          </a:xfrm>
          <a:prstGeom prst="rect">
            <a:avLst/>
          </a:prstGeom>
        </p:spPr>
        <p:txBody>
          <a:bodyPr anchor="ctr"/>
          <a:lstStyle>
            <a:lvl1pPr algn="l">
              <a:defRPr sz="1000" b="1" i="0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3B3268-9759-AA4D-E54F-C236EB2FC6E3}"/>
              </a:ext>
            </a:extLst>
          </p:cNvPr>
          <p:cNvCxnSpPr>
            <a:cxnSpLocks/>
          </p:cNvCxnSpPr>
          <p:nvPr userDrawn="1"/>
        </p:nvCxnSpPr>
        <p:spPr>
          <a:xfrm>
            <a:off x="11067254" y="6194933"/>
            <a:ext cx="0" cy="32918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089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3374-C511-14CB-4BF8-849B3C4C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96DCE-D24B-2D8F-5484-946955CDB8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9101A-9050-5D45-B689-71FFD31FF6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94ABE7A0-3CFC-F12D-2579-E8FF93C526CD}"/>
              </a:ext>
            </a:extLst>
          </p:cNvPr>
          <p:cNvSpPr/>
          <p:nvPr userDrawn="1"/>
        </p:nvSpPr>
        <p:spPr>
          <a:xfrm>
            <a:off x="0" y="6639674"/>
            <a:ext cx="2989300" cy="234368"/>
          </a:xfrm>
          <a:custGeom>
            <a:avLst/>
            <a:gdLst>
              <a:gd name="connsiteX0" fmla="*/ 0 w 2989300"/>
              <a:gd name="connsiteY0" fmla="*/ 0 h 234368"/>
              <a:gd name="connsiteX1" fmla="*/ 2989300 w 2989300"/>
              <a:gd name="connsiteY1" fmla="*/ 0 h 234368"/>
              <a:gd name="connsiteX2" fmla="*/ 2930708 w 2989300"/>
              <a:gd name="connsiteY2" fmla="*/ 234368 h 234368"/>
              <a:gd name="connsiteX3" fmla="*/ 0 w 2989300"/>
              <a:gd name="connsiteY3" fmla="*/ 234368 h 23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9300" h="234368">
                <a:moveTo>
                  <a:pt x="0" y="0"/>
                </a:moveTo>
                <a:lnTo>
                  <a:pt x="2989300" y="0"/>
                </a:lnTo>
                <a:lnTo>
                  <a:pt x="2930708" y="234368"/>
                </a:lnTo>
                <a:lnTo>
                  <a:pt x="0" y="2343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926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790" y="381000"/>
            <a:ext cx="109842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790" y="1825625"/>
            <a:ext cx="5490210" cy="3429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1E854BE-CF39-EF27-9D7B-11DB950D6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99139" y="6176963"/>
            <a:ext cx="389001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 i="0" cap="all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r>
              <a:rPr lang="en-US" dirty="0"/>
              <a:t>Fitness Presentation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B8B55D1-DE0D-79B9-9FE8-7294AFCC7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5359" y="6176963"/>
            <a:ext cx="440851" cy="365125"/>
          </a:xfrm>
          <a:prstGeom prst="rect">
            <a:avLst/>
          </a:prstGeom>
        </p:spPr>
        <p:txBody>
          <a:bodyPr anchor="ctr"/>
          <a:lstStyle>
            <a:lvl1pPr algn="l">
              <a:defRPr sz="1000" b="1" i="0" spc="200" baseline="0">
                <a:solidFill>
                  <a:schemeClr val="bg1"/>
                </a:solidFill>
                <a:latin typeface="Univers Condensed" panose="020B050602020205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26C3A6-3F37-BCF0-303D-F127E0721BC0}"/>
              </a:ext>
            </a:extLst>
          </p:cNvPr>
          <p:cNvCxnSpPr>
            <a:cxnSpLocks/>
          </p:cNvCxnSpPr>
          <p:nvPr userDrawn="1"/>
        </p:nvCxnSpPr>
        <p:spPr>
          <a:xfrm>
            <a:off x="11067254" y="6194933"/>
            <a:ext cx="0" cy="32918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7" r:id="rId2"/>
    <p:sldLayoutId id="2147483678" r:id="rId3"/>
    <p:sldLayoutId id="2147483680" r:id="rId4"/>
    <p:sldLayoutId id="2147483681" r:id="rId5"/>
    <p:sldLayoutId id="2147483676" r:id="rId6"/>
    <p:sldLayoutId id="2147483682" r:id="rId7"/>
    <p:sldLayoutId id="2147483683" r:id="rId8"/>
    <p:sldLayoutId id="2147483684" r:id="rId9"/>
    <p:sldLayoutId id="2147483701" r:id="rId10"/>
    <p:sldLayoutId id="2147483700" r:id="rId11"/>
    <p:sldLayoutId id="2147483690" r:id="rId12"/>
    <p:sldLayoutId id="2147483697" r:id="rId13"/>
    <p:sldLayoutId id="2147483698" r:id="rId14"/>
    <p:sldLayoutId id="2147483699" r:id="rId15"/>
    <p:sldLayoutId id="2147483656" r:id="rId16"/>
    <p:sldLayoutId id="2147483702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i="0" kern="1200">
          <a:ln w="15875">
            <a:solidFill>
              <a:schemeClr val="bg1"/>
            </a:solidFill>
          </a:ln>
          <a:noFill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amjadhospitals.com/orthopedic-surgery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7CC93A-7A26-1131-2461-4051D8C4B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2191544"/>
            <a:ext cx="12192000" cy="350043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1838160-BD53-9250-D702-635CE8386C3E}"/>
              </a:ext>
            </a:extLst>
          </p:cNvPr>
          <p:cNvSpPr/>
          <p:nvPr/>
        </p:nvSpPr>
        <p:spPr>
          <a:xfrm>
            <a:off x="10940716" y="5951621"/>
            <a:ext cx="352926" cy="7379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68D0DDD-BF4D-B95A-F4A1-49A5FF3181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49515" y="6104397"/>
            <a:ext cx="6802160" cy="432384"/>
          </a:xfrm>
        </p:spPr>
        <p:txBody>
          <a:bodyPr/>
          <a:lstStyle/>
          <a:p>
            <a:r>
              <a:rPr lang="en-US" sz="3200" dirty="0"/>
              <a:t>Judith </a:t>
            </a:r>
            <a:r>
              <a:rPr lang="en-US" sz="3200" dirty="0" err="1"/>
              <a:t>southard</a:t>
            </a:r>
            <a:r>
              <a:rPr lang="en-US" sz="3200" dirty="0"/>
              <a:t>, Pt, DPT</a:t>
            </a:r>
          </a:p>
        </p:txBody>
      </p:sp>
    </p:spTree>
    <p:extLst>
      <p:ext uri="{BB962C8B-B14F-4D97-AF65-F5344CB8AC3E}">
        <p14:creationId xmlns:p14="http://schemas.microsoft.com/office/powerpoint/2010/main" val="411351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E5649B51-B1A1-9C44-BD67-43520F502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53854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3A861CA2-05D4-AE97-2730-38B241E42C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8314" y="1028700"/>
            <a:ext cx="6450603" cy="4800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b="0" spc="100" dirty="0">
                <a:latin typeface="Univers Condensed" panose="020B0506020202050204" pitchFamily="34" charset="0"/>
                <a:cs typeface="Calibri"/>
              </a:rPr>
              <a:t>Problem</a:t>
            </a:r>
          </a:p>
          <a:p>
            <a:pPr lvl="1"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Patients uninsured or under-insured</a:t>
            </a:r>
          </a:p>
          <a:p>
            <a:pPr lvl="1"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Don’t qualify for post-acute services</a:t>
            </a:r>
          </a:p>
          <a:p>
            <a:pPr lvl="1"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Discharge home from hospital with few resources</a:t>
            </a:r>
          </a:p>
          <a:p>
            <a:pPr lvl="1"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Overwhelmed by information and instructions</a:t>
            </a:r>
          </a:p>
          <a:p>
            <a:pPr>
              <a:lnSpc>
                <a:spcPct val="100000"/>
              </a:lnSpc>
            </a:pPr>
            <a:endParaRPr lang="en-US" sz="2400" b="0" spc="100" dirty="0">
              <a:latin typeface="Univers Condensed" panose="020B0506020202050204" pitchFamily="34" charset="0"/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A479D6-7F8C-1A53-1AFC-3907DDF92879}"/>
              </a:ext>
            </a:extLst>
          </p:cNvPr>
          <p:cNvSpPr/>
          <p:nvPr/>
        </p:nvSpPr>
        <p:spPr>
          <a:xfrm>
            <a:off x="10940716" y="5951621"/>
            <a:ext cx="352926" cy="7379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FDD9EF13-3697-4346-A7CC-ECD9F71B06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49515" y="6104397"/>
            <a:ext cx="6802160" cy="432384"/>
          </a:xfrm>
        </p:spPr>
        <p:txBody>
          <a:bodyPr/>
          <a:lstStyle/>
          <a:p>
            <a:r>
              <a:rPr lang="en-US" sz="3200" dirty="0"/>
              <a:t>Judith </a:t>
            </a:r>
            <a:r>
              <a:rPr lang="en-US" sz="3200" dirty="0" err="1"/>
              <a:t>southard</a:t>
            </a:r>
            <a:r>
              <a:rPr lang="en-US" sz="3200" dirty="0"/>
              <a:t>, Pt, DPT</a:t>
            </a:r>
          </a:p>
        </p:txBody>
      </p:sp>
    </p:spTree>
    <p:extLst>
      <p:ext uri="{BB962C8B-B14F-4D97-AF65-F5344CB8AC3E}">
        <p14:creationId xmlns:p14="http://schemas.microsoft.com/office/powerpoint/2010/main" val="2223804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EF1D74-667E-94EB-E27E-8702AE9E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51197D32-3728-D8DD-30CC-D81A65554B1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1492" r="21492"/>
          <a:stretch/>
        </p:blipFill>
        <p:spPr>
          <a:xfrm>
            <a:off x="6890341" y="-54864"/>
            <a:ext cx="5213477" cy="68580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2B4139-0FFF-A454-C5BA-13A7BFF9A4A0}"/>
              </a:ext>
            </a:extLst>
          </p:cNvPr>
          <p:cNvSpPr/>
          <p:nvPr/>
        </p:nvSpPr>
        <p:spPr>
          <a:xfrm>
            <a:off x="610049" y="288357"/>
            <a:ext cx="3262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PostOp</a:t>
            </a:r>
            <a:r>
              <a:rPr lang="en-US" sz="54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Pal</a:t>
            </a:r>
          </a:p>
        </p:txBody>
      </p:sp>
      <p:sp>
        <p:nvSpPr>
          <p:cNvPr id="18" name="Content Placeholder 25">
            <a:extLst>
              <a:ext uri="{FF2B5EF4-FFF2-40B4-BE49-F238E27FC236}">
                <a16:creationId xmlns:a16="http://schemas.microsoft.com/office/drawing/2014/main" id="{FF0D5EE6-5F05-104A-9C22-62EEE9F7FE54}"/>
              </a:ext>
            </a:extLst>
          </p:cNvPr>
          <p:cNvSpPr txBox="1">
            <a:spLocks/>
          </p:cNvSpPr>
          <p:nvPr/>
        </p:nvSpPr>
        <p:spPr>
          <a:xfrm>
            <a:off x="648536" y="1339596"/>
            <a:ext cx="6450603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LOW COST SOLUTION</a:t>
            </a:r>
          </a:p>
          <a:p>
            <a:pPr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GUIDE AND PROGRESS THROUGH PHASES OF RECOVERY</a:t>
            </a:r>
          </a:p>
          <a:p>
            <a:pPr lvl="1"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Home exercise program</a:t>
            </a:r>
          </a:p>
          <a:p>
            <a:pPr lvl="1"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Post-op care instructions</a:t>
            </a:r>
          </a:p>
          <a:p>
            <a:pPr lvl="1"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Safety precautions</a:t>
            </a:r>
          </a:p>
          <a:p>
            <a:pPr lvl="1"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Reminder prompts</a:t>
            </a:r>
          </a:p>
          <a:p>
            <a:pPr lvl="1"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Helpful tips/tricks</a:t>
            </a:r>
          </a:p>
          <a:p>
            <a:pPr>
              <a:lnSpc>
                <a:spcPct val="100000"/>
              </a:lnSpc>
            </a:pPr>
            <a:endParaRPr lang="en-US" spc="100" dirty="0">
              <a:latin typeface="Univers Condensed" panose="020B0506020202050204" pitchFamily="34" charset="0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2400" spc="100" dirty="0">
              <a:latin typeface="Univers Condensed" panose="020B0506020202050204" pitchFamily="34" charset="0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2AAA94-C04E-244A-CDC1-E7C22067F82C}"/>
              </a:ext>
            </a:extLst>
          </p:cNvPr>
          <p:cNvSpPr/>
          <p:nvPr/>
        </p:nvSpPr>
        <p:spPr>
          <a:xfrm>
            <a:off x="11004883" y="6328423"/>
            <a:ext cx="417095" cy="52957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A1DC3414-4615-A79E-5ECB-9638B9CC68EA}"/>
              </a:ext>
            </a:extLst>
          </p:cNvPr>
          <p:cNvSpPr txBox="1">
            <a:spLocks/>
          </p:cNvSpPr>
          <p:nvPr/>
        </p:nvSpPr>
        <p:spPr>
          <a:xfrm>
            <a:off x="6096000" y="6209425"/>
            <a:ext cx="6802160" cy="432384"/>
          </a:xfrm>
          <a:custGeom>
            <a:avLst/>
            <a:gdLst>
              <a:gd name="connsiteX0" fmla="*/ 0 w 5213477"/>
              <a:gd name="connsiteY0" fmla="*/ 0 h 6858000"/>
              <a:gd name="connsiteX1" fmla="*/ 1268595 w 5213477"/>
              <a:gd name="connsiteY1" fmla="*/ 0 h 6858000"/>
              <a:gd name="connsiteX2" fmla="*/ 5213477 w 5213477"/>
              <a:gd name="connsiteY2" fmla="*/ 1133731 h 6858000"/>
              <a:gd name="connsiteX3" fmla="*/ 5213477 w 5213477"/>
              <a:gd name="connsiteY3" fmla="*/ 5245005 h 6858000"/>
              <a:gd name="connsiteX4" fmla="*/ 3534514 w 5213477"/>
              <a:gd name="connsiteY4" fmla="*/ 6858000 h 6858000"/>
              <a:gd name="connsiteX5" fmla="*/ 1676654 w 5213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13477" h="6858000">
                <a:moveTo>
                  <a:pt x="0" y="0"/>
                </a:moveTo>
                <a:lnTo>
                  <a:pt x="1268595" y="0"/>
                </a:lnTo>
                <a:lnTo>
                  <a:pt x="5213477" y="1133731"/>
                </a:lnTo>
                <a:lnTo>
                  <a:pt x="5213477" y="5245005"/>
                </a:lnTo>
                <a:lnTo>
                  <a:pt x="3534514" y="6858000"/>
                </a:lnTo>
                <a:lnTo>
                  <a:pt x="1676654" y="68580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JUDITH SOUTHARD, PT, DPT</a:t>
            </a:r>
          </a:p>
        </p:txBody>
      </p:sp>
    </p:spTree>
    <p:extLst>
      <p:ext uri="{BB962C8B-B14F-4D97-AF65-F5344CB8AC3E}">
        <p14:creationId xmlns:p14="http://schemas.microsoft.com/office/powerpoint/2010/main" val="259550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672F13-D5A1-99D6-6699-F78CB16104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Fitness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5863A-2239-B76D-E785-5A656F160F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9E1E3B-D35C-1288-B970-A29047BF26D5}"/>
              </a:ext>
            </a:extLst>
          </p:cNvPr>
          <p:cNvSpPr/>
          <p:nvPr/>
        </p:nvSpPr>
        <p:spPr>
          <a:xfrm>
            <a:off x="375293" y="256139"/>
            <a:ext cx="3262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PostOp</a:t>
            </a:r>
            <a:r>
              <a:rPr lang="en-US" sz="54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Pal</a:t>
            </a:r>
          </a:p>
        </p:txBody>
      </p:sp>
      <p:sp>
        <p:nvSpPr>
          <p:cNvPr id="17" name="Content Placeholder 25">
            <a:extLst>
              <a:ext uri="{FF2B5EF4-FFF2-40B4-BE49-F238E27FC236}">
                <a16:creationId xmlns:a16="http://schemas.microsoft.com/office/drawing/2014/main" id="{498B657C-3D4F-5BA1-B117-3DD4ECF4E841}"/>
              </a:ext>
            </a:extLst>
          </p:cNvPr>
          <p:cNvSpPr txBox="1">
            <a:spLocks/>
          </p:cNvSpPr>
          <p:nvPr/>
        </p:nvSpPr>
        <p:spPr>
          <a:xfrm>
            <a:off x="648536" y="1339596"/>
            <a:ext cx="6450603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pc="100" dirty="0">
                <a:latin typeface="Univers Condensed" panose="020B0506020202050204" pitchFamily="34" charset="0"/>
                <a:cs typeface="Calibri"/>
              </a:rPr>
              <a:t>Flow Diagram</a:t>
            </a:r>
          </a:p>
          <a:p>
            <a:pPr>
              <a:lnSpc>
                <a:spcPct val="100000"/>
              </a:lnSpc>
            </a:pPr>
            <a:endParaRPr lang="en-US" spc="100" dirty="0">
              <a:latin typeface="Univers Condensed" panose="020B0506020202050204" pitchFamily="34" charset="0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2400" spc="100" dirty="0">
              <a:latin typeface="Univers Condensed" panose="020B0506020202050204" pitchFamily="34" charset="0"/>
              <a:cs typeface="Calibri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1818E3E-B394-EF81-CD0A-AE5DF3DD382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296E1E8-0AA9-5909-250B-197ABAD35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099" y="-253951"/>
            <a:ext cx="8776665" cy="731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441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D28EA-37F1-9408-F165-52CD15DA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rthopedic Joint-Fusion Surgeries | Bowen Hefley Orthopedics">
            <a:extLst>
              <a:ext uri="{FF2B5EF4-FFF2-40B4-BE49-F238E27FC236}">
                <a16:creationId xmlns:a16="http://schemas.microsoft.com/office/drawing/2014/main" id="{326F3DC5-37FA-5A7F-F231-1E66695B4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159624"/>
            <a:ext cx="12192000" cy="1031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E189197-1E9F-1AFA-D6D8-178863646B18}"/>
              </a:ext>
            </a:extLst>
          </p:cNvPr>
          <p:cNvSpPr/>
          <p:nvPr/>
        </p:nvSpPr>
        <p:spPr>
          <a:xfrm>
            <a:off x="10940716" y="5951621"/>
            <a:ext cx="352926" cy="7379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90AE237-BDC1-A2E7-6BF9-D40A3274A2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49515" y="6104397"/>
            <a:ext cx="6802160" cy="432384"/>
          </a:xfrm>
        </p:spPr>
        <p:txBody>
          <a:bodyPr/>
          <a:lstStyle/>
          <a:p>
            <a:r>
              <a:rPr lang="en-US" sz="3200" dirty="0"/>
              <a:t>Judith </a:t>
            </a:r>
            <a:r>
              <a:rPr lang="en-US" sz="3200" dirty="0" err="1"/>
              <a:t>southard</a:t>
            </a:r>
            <a:r>
              <a:rPr lang="en-US" sz="3200" dirty="0"/>
              <a:t>, Pt, DPT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CCF48C-77C1-3735-E3FB-1C1FF4FBEE12}"/>
              </a:ext>
            </a:extLst>
          </p:cNvPr>
          <p:cNvSpPr/>
          <p:nvPr/>
        </p:nvSpPr>
        <p:spPr>
          <a:xfrm>
            <a:off x="0" y="5613451"/>
            <a:ext cx="30700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9768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Fitness Desig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FC15"/>
      </a:accent1>
      <a:accent2>
        <a:srgbClr val="2C28E9"/>
      </a:accent2>
      <a:accent3>
        <a:srgbClr val="FF2828"/>
      </a:accent3>
      <a:accent4>
        <a:srgbClr val="41DC6E"/>
      </a:accent4>
      <a:accent5>
        <a:srgbClr val="FBB92C"/>
      </a:accent5>
      <a:accent6>
        <a:srgbClr val="637F12"/>
      </a:accent6>
      <a:hlink>
        <a:srgbClr val="0563C1"/>
      </a:hlink>
      <a:folHlink>
        <a:srgbClr val="954F72"/>
      </a:folHlink>
    </a:clrScheme>
    <a:fontScheme name="Custom 40">
      <a:majorFont>
        <a:latin typeface="Univers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tness_Design_Win32_SD_v8" id="{2F852D75-08F9-4C5C-B1BD-4C0FC770542A}" vid="{332E6C56-D8B6-46DF-8A00-8AEC565BD2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075954-2B3E-4F12-B048-376C0BA053E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D4710A-DD3F-42AD-85D2-44BD9E6FEF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4CDE3F-B8C2-4BD4-A62C-403E2F61E6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Fitness design</Template>
  <TotalTime>6442</TotalTime>
  <Words>870</Words>
  <Application>Microsoft Office PowerPoint</Application>
  <PresentationFormat>Widescreen</PresentationFormat>
  <Paragraphs>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Courier New</vt:lpstr>
      <vt:lpstr>Univers</vt:lpstr>
      <vt:lpstr>Univers Condensed</vt:lpstr>
      <vt:lpstr>Office Theme</vt:lpstr>
      <vt:lpstr>PowerPoint Presentation</vt:lpstr>
      <vt:lpstr>PowerPoint Presentation</vt:lpstr>
      <vt:lpstr>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Judith Southard</dc:creator>
  <cp:lastModifiedBy>Judith Southard</cp:lastModifiedBy>
  <cp:revision>11</cp:revision>
  <dcterms:created xsi:type="dcterms:W3CDTF">2026-02-22T00:07:07Z</dcterms:created>
  <dcterms:modified xsi:type="dcterms:W3CDTF">2026-02-27T20:59:37Z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